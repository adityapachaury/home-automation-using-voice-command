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Klein Bold" charset="1" panose="02000503060000020004"/>
      <p:regular r:id="rId17"/>
    </p:embeddedFont>
    <p:embeddedFont>
      <p:font typeface="Helios" charset="1" panose="020B0504020202020204"/>
      <p:regular r:id="rId18"/>
    </p:embeddedFont>
    <p:embeddedFont>
      <p:font typeface="Aileron Bold" charset="1" panose="00000800000000000000"/>
      <p:regular r:id="rId19"/>
    </p:embeddedFont>
    <p:embeddedFont>
      <p:font typeface="Canva Sans Bold" charset="1" panose="020B0803030501040103"/>
      <p:regular r:id="rId20"/>
    </p:embeddedFont>
    <p:embeddedFont>
      <p:font typeface="Aileron Heavy" charset="1" panose="00000A00000000000000"/>
      <p:regular r:id="rId21"/>
    </p:embeddedFont>
    <p:embeddedFont>
      <p:font typeface="Aileron" charset="1" panose="00000500000000000000"/>
      <p:regular r:id="rId22"/>
    </p:embeddedFont>
    <p:embeddedFont>
      <p:font typeface="Aileron Ultra-Bold" charset="1" panose="00000A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sv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sv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31.png" Type="http://schemas.openxmlformats.org/officeDocument/2006/relationships/image"/><Relationship Id="rId8" Target="../media/image3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svg" Type="http://schemas.openxmlformats.org/officeDocument/2006/relationships/image"/><Relationship Id="rId2" Target="../media/image33.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34.png" Type="http://schemas.openxmlformats.org/officeDocument/2006/relationships/image"/><Relationship Id="rId8" Target="../media/image35.svg" Type="http://schemas.openxmlformats.org/officeDocument/2006/relationships/image"/><Relationship Id="rId9" Target="../media/image3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embeddings/oleObject1.bin" Type="http://schemas.openxmlformats.org/officeDocument/2006/relationships/oleObject"/><Relationship Id="rId4" Target="../media/image29.png" Type="http://schemas.openxmlformats.org/officeDocument/2006/relationships/image"/><Relationship Id="rId5" Target="../media/image30.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66927" y="-4280359"/>
            <a:ext cx="10812392" cy="10812392"/>
          </a:xfrm>
          <a:custGeom>
            <a:avLst/>
            <a:gdLst/>
            <a:ahLst/>
            <a:cxnLst/>
            <a:rect r="r" b="b" t="t" l="l"/>
            <a:pathLst>
              <a:path h="10812392" w="10812392">
                <a:moveTo>
                  <a:pt x="0" y="0"/>
                </a:moveTo>
                <a:lnTo>
                  <a:pt x="10812393" y="0"/>
                </a:lnTo>
                <a:lnTo>
                  <a:pt x="10812393" y="10812392"/>
                </a:lnTo>
                <a:lnTo>
                  <a:pt x="0" y="108123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07200" y="4432068"/>
            <a:ext cx="5764383" cy="5764383"/>
          </a:xfrm>
          <a:custGeom>
            <a:avLst/>
            <a:gdLst/>
            <a:ahLst/>
            <a:cxnLst/>
            <a:rect r="r" b="b" t="t" l="l"/>
            <a:pathLst>
              <a:path h="5764383" w="5764383">
                <a:moveTo>
                  <a:pt x="0" y="0"/>
                </a:moveTo>
                <a:lnTo>
                  <a:pt x="5764383" y="0"/>
                </a:lnTo>
                <a:lnTo>
                  <a:pt x="5764383" y="5764383"/>
                </a:lnTo>
                <a:lnTo>
                  <a:pt x="0" y="5764383"/>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7078" y="7902203"/>
            <a:ext cx="5764383" cy="5764383"/>
          </a:xfrm>
          <a:custGeom>
            <a:avLst/>
            <a:gdLst/>
            <a:ahLst/>
            <a:cxnLst/>
            <a:rect r="r" b="b" t="t" l="l"/>
            <a:pathLst>
              <a:path h="5764383" w="5764383">
                <a:moveTo>
                  <a:pt x="0" y="0"/>
                </a:moveTo>
                <a:lnTo>
                  <a:pt x="5764383" y="0"/>
                </a:lnTo>
                <a:lnTo>
                  <a:pt x="5764383" y="5764382"/>
                </a:lnTo>
                <a:lnTo>
                  <a:pt x="0" y="5764382"/>
                </a:lnTo>
                <a:lnTo>
                  <a:pt x="0" y="0"/>
                </a:lnTo>
                <a:close/>
              </a:path>
            </a:pathLst>
          </a:custGeom>
          <a:blipFill>
            <a:blip r:embed="rId6">
              <a:alphaModFix amt="80000"/>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8886106" y="3136976"/>
            <a:ext cx="8125095" cy="6790114"/>
            <a:chOff x="0" y="0"/>
            <a:chExt cx="10833460" cy="9053485"/>
          </a:xfrm>
        </p:grpSpPr>
        <p:sp>
          <p:nvSpPr>
            <p:cNvPr name="TextBox 6" id="6"/>
            <p:cNvSpPr txBox="true"/>
            <p:nvPr/>
          </p:nvSpPr>
          <p:spPr>
            <a:xfrm rot="0">
              <a:off x="0" y="0"/>
              <a:ext cx="10833460" cy="5842000"/>
            </a:xfrm>
            <a:prstGeom prst="rect">
              <a:avLst/>
            </a:prstGeom>
          </p:spPr>
          <p:txBody>
            <a:bodyPr anchor="t" rtlCol="false" tIns="0" lIns="0" bIns="0" rIns="0">
              <a:spAutoFit/>
            </a:bodyPr>
            <a:lstStyle/>
            <a:p>
              <a:pPr algn="l">
                <a:lnSpc>
                  <a:spcPts val="8640"/>
                </a:lnSpc>
              </a:pPr>
              <a:r>
                <a:rPr lang="en-US" sz="7200" b="true">
                  <a:solidFill>
                    <a:srgbClr val="2A2E3A"/>
                  </a:solidFill>
                  <a:latin typeface="Klein Bold"/>
                  <a:ea typeface="Klein Bold"/>
                  <a:cs typeface="Klein Bold"/>
                  <a:sym typeface="Klein Bold"/>
                </a:rPr>
                <a:t>AI-Based Voice Command Home Automation.</a:t>
              </a:r>
            </a:p>
            <a:p>
              <a:pPr algn="l">
                <a:lnSpc>
                  <a:spcPts val="8640"/>
                </a:lnSpc>
              </a:pPr>
            </a:p>
          </p:txBody>
        </p:sp>
        <p:sp>
          <p:nvSpPr>
            <p:cNvPr name="TextBox 7" id="7"/>
            <p:cNvSpPr txBox="true"/>
            <p:nvPr/>
          </p:nvSpPr>
          <p:spPr>
            <a:xfrm rot="0">
              <a:off x="0" y="6097983"/>
              <a:ext cx="10511646" cy="2955502"/>
            </a:xfrm>
            <a:prstGeom prst="rect">
              <a:avLst/>
            </a:prstGeom>
          </p:spPr>
          <p:txBody>
            <a:bodyPr anchor="t" rtlCol="false" tIns="0" lIns="0" bIns="0" rIns="0">
              <a:spAutoFit/>
            </a:bodyPr>
            <a:lstStyle/>
            <a:p>
              <a:pPr algn="l">
                <a:lnSpc>
                  <a:spcPts val="4479"/>
                </a:lnSpc>
              </a:pPr>
              <a:r>
                <a:rPr lang="en-US" sz="3199">
                  <a:solidFill>
                    <a:srgbClr val="2A2E3A"/>
                  </a:solidFill>
                  <a:latin typeface="Helios"/>
                  <a:ea typeface="Helios"/>
                  <a:cs typeface="Helios"/>
                  <a:sym typeface="Helios"/>
                </a:rPr>
                <a:t>                              By:- Nitin Kumar</a:t>
              </a:r>
            </a:p>
            <a:p>
              <a:pPr algn="l">
                <a:lnSpc>
                  <a:spcPts val="4479"/>
                </a:lnSpc>
              </a:pPr>
              <a:r>
                <a:rPr lang="en-US" sz="3199">
                  <a:solidFill>
                    <a:srgbClr val="2A2E3A"/>
                  </a:solidFill>
                  <a:latin typeface="Helios"/>
                  <a:ea typeface="Helios"/>
                  <a:cs typeface="Helios"/>
                  <a:sym typeface="Helios"/>
                </a:rPr>
                <a:t>                                     Aditya Pratap Singh</a:t>
              </a:r>
            </a:p>
            <a:p>
              <a:pPr algn="l">
                <a:lnSpc>
                  <a:spcPts val="4479"/>
                </a:lnSpc>
              </a:pPr>
              <a:r>
                <a:rPr lang="en-US" sz="3199">
                  <a:solidFill>
                    <a:srgbClr val="2A2E3A"/>
                  </a:solidFill>
                  <a:latin typeface="Helios"/>
                  <a:ea typeface="Helios"/>
                  <a:cs typeface="Helios"/>
                  <a:sym typeface="Helios"/>
                </a:rPr>
                <a:t>                                     Aditya Pachaury</a:t>
              </a:r>
            </a:p>
            <a:p>
              <a:pPr algn="l">
                <a:lnSpc>
                  <a:spcPts val="447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73413">
            <a:off x="9283310" y="-2113117"/>
            <a:ext cx="13265113" cy="13265113"/>
          </a:xfrm>
          <a:custGeom>
            <a:avLst/>
            <a:gdLst/>
            <a:ahLst/>
            <a:cxnLst/>
            <a:rect r="r" b="b" t="t" l="l"/>
            <a:pathLst>
              <a:path h="13265113" w="13265113">
                <a:moveTo>
                  <a:pt x="0" y="0"/>
                </a:moveTo>
                <a:lnTo>
                  <a:pt x="13265113" y="0"/>
                </a:lnTo>
                <a:lnTo>
                  <a:pt x="13265113" y="13265112"/>
                </a:lnTo>
                <a:lnTo>
                  <a:pt x="0" y="132651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96457" y="-636804"/>
            <a:ext cx="12417410" cy="11560608"/>
            <a:chOff x="0" y="0"/>
            <a:chExt cx="6350000" cy="5911850"/>
          </a:xfrm>
        </p:grpSpPr>
        <p:sp>
          <p:nvSpPr>
            <p:cNvPr name="Freeform 4" id="4"/>
            <p:cNvSpPr/>
            <p:nvPr/>
          </p:nvSpPr>
          <p:spPr>
            <a:xfrm flipH="false" flipV="false" rot="0">
              <a:off x="-68580" y="0"/>
              <a:ext cx="6417310" cy="5911850"/>
            </a:xfrm>
            <a:custGeom>
              <a:avLst/>
              <a:gdLst/>
              <a:ahLst/>
              <a:cxnLst/>
              <a:rect r="r" b="b" t="t" l="l"/>
              <a:pathLst>
                <a:path h="5911850" w="6417310">
                  <a:moveTo>
                    <a:pt x="1215390" y="402590"/>
                  </a:moveTo>
                  <a:lnTo>
                    <a:pt x="177800" y="2192020"/>
                  </a:lnTo>
                  <a:cubicBezTo>
                    <a:pt x="0" y="2498090"/>
                    <a:pt x="43180" y="2884170"/>
                    <a:pt x="283210" y="3144520"/>
                  </a:cubicBezTo>
                  <a:lnTo>
                    <a:pt x="2594610" y="5651500"/>
                  </a:lnTo>
                  <a:cubicBezTo>
                    <a:pt x="2747010" y="5817870"/>
                    <a:pt x="2962910" y="5911850"/>
                    <a:pt x="3187700" y="5911850"/>
                  </a:cubicBezTo>
                  <a:lnTo>
                    <a:pt x="5609590" y="5911850"/>
                  </a:lnTo>
                  <a:cubicBezTo>
                    <a:pt x="6055360" y="5911850"/>
                    <a:pt x="6417310" y="5549900"/>
                    <a:pt x="6417310" y="5104130"/>
                  </a:cubicBezTo>
                  <a:lnTo>
                    <a:pt x="6417310" y="1891030"/>
                  </a:lnTo>
                  <a:cubicBezTo>
                    <a:pt x="6417310" y="1724660"/>
                    <a:pt x="6366510" y="1562100"/>
                    <a:pt x="6269990" y="1426210"/>
                  </a:cubicBezTo>
                  <a:lnTo>
                    <a:pt x="5507990" y="342900"/>
                  </a:lnTo>
                  <a:cubicBezTo>
                    <a:pt x="5356860" y="128270"/>
                    <a:pt x="5110480" y="0"/>
                    <a:pt x="4847590" y="0"/>
                  </a:cubicBezTo>
                  <a:lnTo>
                    <a:pt x="1913890" y="0"/>
                  </a:lnTo>
                  <a:cubicBezTo>
                    <a:pt x="1625600" y="0"/>
                    <a:pt x="1358900" y="153670"/>
                    <a:pt x="1215390" y="402590"/>
                  </a:cubicBezTo>
                  <a:close/>
                </a:path>
              </a:pathLst>
            </a:custGeom>
            <a:blipFill>
              <a:blip r:embed="rId4">
                <a:alphaModFix amt="90000"/>
              </a:blip>
              <a:stretch>
                <a:fillRect l="-24201" t="0" r="-24201" b="0"/>
              </a:stretch>
            </a:blipFill>
          </p:spPr>
        </p:sp>
      </p:grpSp>
      <p:sp>
        <p:nvSpPr>
          <p:cNvPr name="TextBox 5" id="5"/>
          <p:cNvSpPr txBox="true"/>
          <p:nvPr/>
        </p:nvSpPr>
        <p:spPr>
          <a:xfrm rot="0">
            <a:off x="684841" y="590243"/>
            <a:ext cx="9305086" cy="997585"/>
          </a:xfrm>
          <a:prstGeom prst="rect">
            <a:avLst/>
          </a:prstGeom>
        </p:spPr>
        <p:txBody>
          <a:bodyPr anchor="t" rtlCol="false" tIns="0" lIns="0" bIns="0" rIns="0">
            <a:spAutoFit/>
          </a:bodyPr>
          <a:lstStyle/>
          <a:p>
            <a:pPr algn="l">
              <a:lnSpc>
                <a:spcPts val="8060"/>
              </a:lnSpc>
            </a:pPr>
            <a:r>
              <a:rPr lang="en-US" b="true" sz="6200">
                <a:solidFill>
                  <a:srgbClr val="37C9EF"/>
                </a:solidFill>
                <a:latin typeface="Aileron Bold"/>
                <a:ea typeface="Aileron Bold"/>
                <a:cs typeface="Aileron Bold"/>
                <a:sym typeface="Aileron Bold"/>
              </a:rPr>
              <a:t>Problem Statement</a:t>
            </a:r>
          </a:p>
        </p:txBody>
      </p:sp>
      <p:sp>
        <p:nvSpPr>
          <p:cNvPr name="TextBox 6" id="6"/>
          <p:cNvSpPr txBox="true"/>
          <p:nvPr/>
        </p:nvSpPr>
        <p:spPr>
          <a:xfrm rot="0">
            <a:off x="1028700" y="2574647"/>
            <a:ext cx="8488095" cy="5548325"/>
          </a:xfrm>
          <a:prstGeom prst="rect">
            <a:avLst/>
          </a:prstGeom>
        </p:spPr>
        <p:txBody>
          <a:bodyPr anchor="t" rtlCol="false" tIns="0" lIns="0" bIns="0" rIns="0">
            <a:spAutoFit/>
          </a:bodyPr>
          <a:lstStyle/>
          <a:p>
            <a:pPr algn="l" marL="0" indent="0" lvl="0">
              <a:lnSpc>
                <a:spcPts val="5511"/>
              </a:lnSpc>
              <a:spcBef>
                <a:spcPct val="0"/>
              </a:spcBef>
            </a:pPr>
            <a:r>
              <a:rPr lang="en-US" sz="3936">
                <a:solidFill>
                  <a:srgbClr val="2A2E3A"/>
                </a:solidFill>
                <a:latin typeface="Helios"/>
                <a:ea typeface="Helios"/>
                <a:cs typeface="Helios"/>
                <a:sym typeface="Helios"/>
              </a:rPr>
              <a:t>Traditional home automation sytems require manual control (switches, apps, or remotes) and lack personalization. Existing voice assistants (Alexa, Google Home) depend heavily on cloud, which raises privacy concerns, and they don’t adapt well to individual users habits.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30565" y="2664234"/>
            <a:ext cx="13149305" cy="6158785"/>
          </a:xfrm>
          <a:prstGeom prst="rect">
            <a:avLst/>
          </a:prstGeom>
        </p:spPr>
        <p:txBody>
          <a:bodyPr anchor="t" rtlCol="false" tIns="0" lIns="0" bIns="0" rIns="0">
            <a:spAutoFit/>
          </a:bodyPr>
          <a:lstStyle/>
          <a:p>
            <a:pPr algn="l">
              <a:lnSpc>
                <a:spcPts val="5464"/>
              </a:lnSpc>
            </a:pPr>
            <a:r>
              <a:rPr lang="en-US" sz="3903" spc="117">
                <a:solidFill>
                  <a:srgbClr val="000000"/>
                </a:solidFill>
                <a:latin typeface="Helios"/>
                <a:ea typeface="Helios"/>
                <a:cs typeface="Helios"/>
                <a:sym typeface="Helios"/>
              </a:rPr>
              <a:t>The proposed Voice Command Home Automation System provides a smart, hands free way to control home </a:t>
            </a:r>
            <a:r>
              <a:rPr lang="en-US" sz="3903" spc="117">
                <a:solidFill>
                  <a:srgbClr val="000000"/>
                </a:solidFill>
                <a:latin typeface="Helios"/>
                <a:ea typeface="Helios"/>
                <a:cs typeface="Helios"/>
                <a:sym typeface="Helios"/>
              </a:rPr>
              <a:t>appliances, lights, and security systems. The system begins by capturing user input through speech-to-text processing, converting spoken words into digital text. Using Natural Language Understanding (NLU), it identifies the intent behind the command—for example, recognizing “Goodnight” as a request to turn off lights, lock doors, and activate the alarm.</a:t>
            </a:r>
          </a:p>
        </p:txBody>
      </p:sp>
      <p:sp>
        <p:nvSpPr>
          <p:cNvPr name="TextBox 3" id="3"/>
          <p:cNvSpPr txBox="true"/>
          <p:nvPr/>
        </p:nvSpPr>
        <p:spPr>
          <a:xfrm rot="0">
            <a:off x="902494" y="1192483"/>
            <a:ext cx="3049407" cy="986050"/>
          </a:xfrm>
          <a:prstGeom prst="rect">
            <a:avLst/>
          </a:prstGeom>
        </p:spPr>
        <p:txBody>
          <a:bodyPr anchor="t" rtlCol="false" tIns="0" lIns="0" bIns="0" rIns="0">
            <a:spAutoFit/>
          </a:bodyPr>
          <a:lstStyle/>
          <a:p>
            <a:pPr algn="ctr">
              <a:lnSpc>
                <a:spcPts val="8125"/>
              </a:lnSpc>
            </a:pPr>
            <a:r>
              <a:rPr lang="en-US" sz="5804" b="true">
                <a:solidFill>
                  <a:srgbClr val="37C9EF"/>
                </a:solidFill>
                <a:latin typeface="Canva Sans Bold"/>
                <a:ea typeface="Canva Sans Bold"/>
                <a:cs typeface="Canva Sans Bold"/>
                <a:sym typeface="Canva Sans Bold"/>
              </a:rPr>
              <a:t>Solution</a:t>
            </a:r>
          </a:p>
        </p:txBody>
      </p:sp>
      <p:sp>
        <p:nvSpPr>
          <p:cNvPr name="Freeform 4" id="4"/>
          <p:cNvSpPr/>
          <p:nvPr/>
        </p:nvSpPr>
        <p:spPr>
          <a:xfrm flipH="false" flipV="false" rot="0">
            <a:off x="14820143" y="-4488447"/>
            <a:ext cx="10812392" cy="10812392"/>
          </a:xfrm>
          <a:custGeom>
            <a:avLst/>
            <a:gdLst/>
            <a:ahLst/>
            <a:cxnLst/>
            <a:rect r="r" b="b" t="t" l="l"/>
            <a:pathLst>
              <a:path h="10812392" w="10812392">
                <a:moveTo>
                  <a:pt x="0" y="0"/>
                </a:moveTo>
                <a:lnTo>
                  <a:pt x="10812392" y="0"/>
                </a:lnTo>
                <a:lnTo>
                  <a:pt x="10812392" y="10812392"/>
                </a:lnTo>
                <a:lnTo>
                  <a:pt x="0" y="108123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639224" y="3980415"/>
            <a:ext cx="4088073" cy="4088073"/>
          </a:xfrm>
          <a:custGeom>
            <a:avLst/>
            <a:gdLst/>
            <a:ahLst/>
            <a:cxnLst/>
            <a:rect r="r" b="b" t="t" l="l"/>
            <a:pathLst>
              <a:path h="4088073" w="4088073">
                <a:moveTo>
                  <a:pt x="0" y="0"/>
                </a:moveTo>
                <a:lnTo>
                  <a:pt x="4088072" y="0"/>
                </a:lnTo>
                <a:lnTo>
                  <a:pt x="4088072" y="4088072"/>
                </a:lnTo>
                <a:lnTo>
                  <a:pt x="0" y="4088072"/>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504978" y="6612733"/>
            <a:ext cx="5764383" cy="5764383"/>
          </a:xfrm>
          <a:custGeom>
            <a:avLst/>
            <a:gdLst/>
            <a:ahLst/>
            <a:cxnLst/>
            <a:rect r="r" b="b" t="t" l="l"/>
            <a:pathLst>
              <a:path h="5764383" w="5764383">
                <a:moveTo>
                  <a:pt x="0" y="0"/>
                </a:moveTo>
                <a:lnTo>
                  <a:pt x="5764383" y="0"/>
                </a:lnTo>
                <a:lnTo>
                  <a:pt x="5764383" y="5764383"/>
                </a:lnTo>
                <a:lnTo>
                  <a:pt x="0" y="5764383"/>
                </a:lnTo>
                <a:lnTo>
                  <a:pt x="0" y="0"/>
                </a:lnTo>
                <a:close/>
              </a:path>
            </a:pathLst>
          </a:custGeom>
          <a:blipFill>
            <a:blip r:embed="rId6">
              <a:alphaModFix amt="80000"/>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9515133" y="1028700"/>
          <a:ext cx="7706067" cy="8229600"/>
        </p:xfrm>
        <a:graphic>
          <a:graphicData uri="http://schemas.openxmlformats.org/drawingml/2006/table">
            <a:tbl>
              <a:tblPr/>
              <a:tblGrid>
                <a:gridCol w="7706067"/>
              </a:tblGrid>
              <a:tr h="1645920">
                <a:tc>
                  <a:txBody>
                    <a:bodyPr anchor="t" rtlCol="false"/>
                    <a:lstStyle/>
                    <a:p>
                      <a:pPr algn="ctr">
                        <a:lnSpc>
                          <a:spcPts val="3499"/>
                        </a:lnSpc>
                        <a:defRPr/>
                      </a:pPr>
                      <a:r>
                        <a:rPr lang="en-US" sz="2499" b="true">
                          <a:solidFill>
                            <a:srgbClr val="191919"/>
                          </a:solidFill>
                          <a:latin typeface="Aileron Bold"/>
                          <a:ea typeface="Aileron Bold"/>
                          <a:cs typeface="Aileron Bold"/>
                          <a:sym typeface="Aileron Bold"/>
                        </a:rPr>
                        <a:t>1</a:t>
                      </a:r>
                      <a:endParaRPr lang="en-US" sz="1100"/>
                    </a:p>
                    <a:p>
                      <a:pPr algn="ctr">
                        <a:lnSpc>
                          <a:spcPts val="3499"/>
                        </a:lnSpc>
                      </a:pPr>
                      <a:r>
                        <a:rPr lang="en-US" sz="2499" b="true">
                          <a:solidFill>
                            <a:srgbClr val="191919"/>
                          </a:solidFill>
                          <a:latin typeface="Aileron Bold"/>
                          <a:ea typeface="Aileron Bold"/>
                          <a:cs typeface="Aileron Bold"/>
                          <a:sym typeface="Aileron Bold"/>
                        </a:rPr>
                        <a:t>Quick setup and pairing process</a:t>
                      </a:r>
                    </a:p>
                  </a:txBody>
                  <a:tcPr marL="190500" marR="190500" marT="190500" marB="190500" anchor="ctr">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solidFill>
                      <a:srgbClr val="13538A"/>
                    </a:solidFill>
                  </a:tcPr>
                </a:tc>
              </a:tr>
              <a:tr h="1645920">
                <a:tc>
                  <a:txBody>
                    <a:bodyPr anchor="t" rtlCol="false"/>
                    <a:lstStyle/>
                    <a:p>
                      <a:pPr algn="ctr">
                        <a:lnSpc>
                          <a:spcPts val="4199"/>
                        </a:lnSpc>
                        <a:defRPr/>
                      </a:pPr>
                      <a:r>
                        <a:rPr lang="en-US" sz="2999" b="true">
                          <a:solidFill>
                            <a:srgbClr val="000000"/>
                          </a:solidFill>
                          <a:latin typeface="Aileron Bold"/>
                          <a:ea typeface="Aileron Bold"/>
                          <a:cs typeface="Aileron Bold"/>
                          <a:sym typeface="Aileron Bold"/>
                        </a:rPr>
                        <a:t>2</a:t>
                      </a:r>
                      <a:endParaRPr lang="en-US" sz="1100"/>
                    </a:p>
                    <a:p>
                      <a:pPr algn="ctr">
                        <a:lnSpc>
                          <a:spcPts val="3919"/>
                        </a:lnSpc>
                      </a:pPr>
                      <a:r>
                        <a:rPr lang="en-US" sz="2799" b="true">
                          <a:solidFill>
                            <a:srgbClr val="000000"/>
                          </a:solidFill>
                          <a:latin typeface="Aileron Bold"/>
                          <a:ea typeface="Aileron Bold"/>
                          <a:cs typeface="Aileron Bold"/>
                          <a:sym typeface="Aileron Bold"/>
                        </a:rPr>
                        <a:t>Speech Recognition (STT)</a:t>
                      </a:r>
                    </a:p>
                  </a:txBody>
                  <a:tcPr marL="190500" marR="190500" marT="190500" marB="190500" anchor="ctr">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solidFill>
                      <a:srgbClr val="2C8CCB"/>
                    </a:solidFill>
                  </a:tcPr>
                </a:tc>
              </a:tr>
              <a:tr h="1645920">
                <a:tc>
                  <a:txBody>
                    <a:bodyPr anchor="t" rtlCol="false"/>
                    <a:lstStyle/>
                    <a:p>
                      <a:pPr algn="ctr">
                        <a:lnSpc>
                          <a:spcPts val="4200"/>
                        </a:lnSpc>
                        <a:defRPr/>
                      </a:pPr>
                      <a:r>
                        <a:rPr lang="en-US" sz="3000" b="true">
                          <a:solidFill>
                            <a:srgbClr val="000000"/>
                          </a:solidFill>
                          <a:latin typeface="Aileron Bold"/>
                          <a:ea typeface="Aileron Bold"/>
                          <a:cs typeface="Aileron Bold"/>
                          <a:sym typeface="Aileron Bold"/>
                        </a:rPr>
                        <a:t>3</a:t>
                      </a:r>
                      <a:endParaRPr lang="en-US" sz="1100"/>
                    </a:p>
                    <a:p>
                      <a:pPr algn="ctr">
                        <a:lnSpc>
                          <a:spcPts val="3919"/>
                        </a:lnSpc>
                      </a:pPr>
                      <a:r>
                        <a:rPr lang="en-US" sz="2799" b="true">
                          <a:solidFill>
                            <a:srgbClr val="000000"/>
                          </a:solidFill>
                          <a:latin typeface="Aileron Bold"/>
                          <a:ea typeface="Aileron Bold"/>
                          <a:cs typeface="Aileron Bold"/>
                          <a:sym typeface="Aileron Bold"/>
                        </a:rPr>
                        <a:t>        Autom</a:t>
                      </a:r>
                      <a:r>
                        <a:rPr lang="en-US" sz="2799" b="true">
                          <a:solidFill>
                            <a:srgbClr val="000000"/>
                          </a:solidFill>
                          <a:latin typeface="Aileron Bold"/>
                          <a:ea typeface="Aileron Bold"/>
                          <a:cs typeface="Aileron Bold"/>
                          <a:sym typeface="Aileron Bold"/>
                        </a:rPr>
                        <a:t>ation rules for daily tasks </a:t>
                      </a:r>
                    </a:p>
                  </a:txBody>
                  <a:tcPr marL="190500" marR="190500" marT="190500" marB="190500" anchor="ctr">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solidFill>
                      <a:srgbClr val="36B7DA"/>
                    </a:solidFill>
                  </a:tcPr>
                </a:tc>
              </a:tr>
              <a:tr h="1645920">
                <a:tc>
                  <a:txBody>
                    <a:bodyPr anchor="t" rtlCol="false"/>
                    <a:lstStyle/>
                    <a:p>
                      <a:pPr algn="ctr">
                        <a:lnSpc>
                          <a:spcPts val="4339"/>
                        </a:lnSpc>
                        <a:defRPr/>
                      </a:pPr>
                      <a:r>
                        <a:rPr lang="en-US" sz="3099" b="true">
                          <a:solidFill>
                            <a:srgbClr val="191919"/>
                          </a:solidFill>
                          <a:latin typeface="Aileron Bold"/>
                          <a:ea typeface="Aileron Bold"/>
                          <a:cs typeface="Aileron Bold"/>
                          <a:sym typeface="Aileron Bold"/>
                        </a:rPr>
                        <a:t>4</a:t>
                      </a:r>
                      <a:endParaRPr lang="en-US" sz="1100"/>
                    </a:p>
                    <a:p>
                      <a:pPr algn="ctr">
                        <a:lnSpc>
                          <a:spcPts val="3639"/>
                        </a:lnSpc>
                      </a:pPr>
                      <a:r>
                        <a:rPr lang="en-US" sz="2599" b="true">
                          <a:solidFill>
                            <a:srgbClr val="191919"/>
                          </a:solidFill>
                          <a:latin typeface="Aileron Bold"/>
                          <a:ea typeface="Aileron Bold"/>
                          <a:cs typeface="Aileron Bold"/>
                          <a:sym typeface="Aileron Bold"/>
                        </a:rPr>
                        <a:t>Device Management</a:t>
                      </a:r>
                    </a:p>
                  </a:txBody>
                  <a:tcPr marL="190500" marR="190500" marT="190500" marB="190500" anchor="ctr">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solidFill>
                      <a:srgbClr val="3CBDBB"/>
                    </a:solidFill>
                  </a:tcPr>
                </a:tc>
              </a:tr>
              <a:tr h="1645920">
                <a:tc>
                  <a:txBody>
                    <a:bodyPr anchor="t" rtlCol="false"/>
                    <a:lstStyle/>
                    <a:p>
                      <a:pPr algn="ctr">
                        <a:lnSpc>
                          <a:spcPts val="4479"/>
                        </a:lnSpc>
                        <a:defRPr/>
                      </a:pPr>
                      <a:r>
                        <a:rPr lang="en-US" sz="3199" b="true">
                          <a:solidFill>
                            <a:srgbClr val="000000"/>
                          </a:solidFill>
                          <a:latin typeface="Aileron Bold"/>
                          <a:ea typeface="Aileron Bold"/>
                          <a:cs typeface="Aileron Bold"/>
                          <a:sym typeface="Aileron Bold"/>
                        </a:rPr>
                        <a:t>5</a:t>
                      </a:r>
                      <a:endParaRPr lang="en-US" sz="1100"/>
                    </a:p>
                    <a:p>
                      <a:pPr algn="ctr">
                        <a:lnSpc>
                          <a:spcPts val="3499"/>
                        </a:lnSpc>
                      </a:pPr>
                      <a:r>
                        <a:rPr lang="en-US" sz="2499" b="true">
                          <a:solidFill>
                            <a:srgbClr val="000000"/>
                          </a:solidFill>
                          <a:latin typeface="Aileron Bold"/>
                          <a:ea typeface="Aileron Bold"/>
                          <a:cs typeface="Aileron Bold"/>
                          <a:sym typeface="Aileron Bold"/>
                        </a:rPr>
                        <a:t>An</a:t>
                      </a:r>
                      <a:r>
                        <a:rPr lang="en-US" sz="2499" b="true">
                          <a:solidFill>
                            <a:srgbClr val="000000"/>
                          </a:solidFill>
                          <a:latin typeface="Aileron Bold"/>
                          <a:ea typeface="Aileron Bold"/>
                          <a:cs typeface="Aileron Bold"/>
                          <a:sym typeface="Aileron Bold"/>
                        </a:rPr>
                        <a:t>droid App (Java)</a:t>
                      </a:r>
                    </a:p>
                  </a:txBody>
                  <a:tcPr marL="190500" marR="190500" marT="190500" marB="190500" anchor="ctr">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FFFFFF"/>
                      </a:solidFill>
                      <a:prstDash val="solid"/>
                      <a:round/>
                      <a:headEnd type="none" w="med" len="med"/>
                      <a:tailEnd type="none" w="med" len="med"/>
                    </a:lnB>
                    <a:solidFill>
                      <a:srgbClr val="80CDCC"/>
                    </a:solidFill>
                  </a:tcPr>
                </a:tc>
              </a:tr>
            </a:tbl>
          </a:graphicData>
        </a:graphic>
      </p:graphicFrame>
      <p:grpSp>
        <p:nvGrpSpPr>
          <p:cNvPr name="Group 3" id="3"/>
          <p:cNvGrpSpPr/>
          <p:nvPr/>
        </p:nvGrpSpPr>
        <p:grpSpPr>
          <a:xfrm rot="0">
            <a:off x="8878502" y="1028700"/>
            <a:ext cx="1273262" cy="1481614"/>
            <a:chOff x="0" y="0"/>
            <a:chExt cx="1697682" cy="1975485"/>
          </a:xfrm>
        </p:grpSpPr>
        <p:grpSp>
          <p:nvGrpSpPr>
            <p:cNvPr name="Group 4" id="4"/>
            <p:cNvGrpSpPr/>
            <p:nvPr/>
          </p:nvGrpSpPr>
          <p:grpSpPr>
            <a:xfrm rot="0">
              <a:off x="0" y="0"/>
              <a:ext cx="1697682" cy="1975485"/>
              <a:chOff x="0" y="0"/>
              <a:chExt cx="698500" cy="812800"/>
            </a:xfrm>
          </p:grpSpPr>
          <p:sp>
            <p:nvSpPr>
              <p:cNvPr name="Freeform 5" id="5"/>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FFFFFF">
                  <a:alpha val="60000"/>
                </a:srgbClr>
              </a:solidFill>
            </p:spPr>
          </p:sp>
          <p:sp>
            <p:nvSpPr>
              <p:cNvPr name="TextBox 6" id="6"/>
              <p:cNvSpPr txBox="true"/>
              <p:nvPr/>
            </p:nvSpPr>
            <p:spPr>
              <a:xfrm>
                <a:off x="0" y="82550"/>
                <a:ext cx="698500" cy="590550"/>
              </a:xfrm>
              <a:prstGeom prst="rect">
                <a:avLst/>
              </a:prstGeom>
            </p:spPr>
            <p:txBody>
              <a:bodyPr anchor="ctr" rtlCol="false" tIns="50800" lIns="50800" bIns="50800" rIns="50800"/>
              <a:lstStyle/>
              <a:p>
                <a:pPr algn="ctr">
                  <a:lnSpc>
                    <a:spcPts val="3299"/>
                  </a:lnSpc>
                </a:pPr>
              </a:p>
            </p:txBody>
          </p:sp>
        </p:grpSp>
        <p:grpSp>
          <p:nvGrpSpPr>
            <p:cNvPr name="Group 7" id="7"/>
            <p:cNvGrpSpPr/>
            <p:nvPr/>
          </p:nvGrpSpPr>
          <p:grpSpPr>
            <a:xfrm rot="0">
              <a:off x="146612" y="170603"/>
              <a:ext cx="1404458" cy="1634279"/>
              <a:chOff x="0" y="0"/>
              <a:chExt cx="698500" cy="812800"/>
            </a:xfrm>
          </p:grpSpPr>
          <p:sp>
            <p:nvSpPr>
              <p:cNvPr name="Freeform 8" id="8"/>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name="TextBox 9" id="9"/>
              <p:cNvSpPr txBox="true"/>
              <p:nvPr/>
            </p:nvSpPr>
            <p:spPr>
              <a:xfrm>
                <a:off x="0" y="82550"/>
                <a:ext cx="698500" cy="590550"/>
              </a:xfrm>
              <a:prstGeom prst="rect">
                <a:avLst/>
              </a:prstGeom>
            </p:spPr>
            <p:txBody>
              <a:bodyPr anchor="ctr" rtlCol="false" tIns="50800" lIns="50800" bIns="50800" rIns="50800"/>
              <a:lstStyle/>
              <a:p>
                <a:pPr algn="ctr">
                  <a:lnSpc>
                    <a:spcPts val="3299"/>
                  </a:lnSpc>
                </a:pPr>
              </a:p>
            </p:txBody>
          </p:sp>
        </p:grpSp>
        <p:sp>
          <p:nvSpPr>
            <p:cNvPr name="Freeform 10" id="10"/>
            <p:cNvSpPr/>
            <p:nvPr/>
          </p:nvSpPr>
          <p:spPr>
            <a:xfrm flipH="false" flipV="false" rot="0">
              <a:off x="498758" y="615314"/>
              <a:ext cx="700166" cy="744858"/>
            </a:xfrm>
            <a:custGeom>
              <a:avLst/>
              <a:gdLst/>
              <a:ahLst/>
              <a:cxnLst/>
              <a:rect r="r" b="b" t="t" l="l"/>
              <a:pathLst>
                <a:path h="744858" w="700166">
                  <a:moveTo>
                    <a:pt x="0" y="0"/>
                  </a:moveTo>
                  <a:lnTo>
                    <a:pt x="700166" y="0"/>
                  </a:lnTo>
                  <a:lnTo>
                    <a:pt x="700166" y="744857"/>
                  </a:lnTo>
                  <a:lnTo>
                    <a:pt x="0" y="744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8878502" y="2715697"/>
            <a:ext cx="1273262" cy="1481614"/>
            <a:chOff x="0" y="0"/>
            <a:chExt cx="1697682" cy="1975485"/>
          </a:xfrm>
        </p:grpSpPr>
        <p:grpSp>
          <p:nvGrpSpPr>
            <p:cNvPr name="Group 12" id="12"/>
            <p:cNvGrpSpPr/>
            <p:nvPr/>
          </p:nvGrpSpPr>
          <p:grpSpPr>
            <a:xfrm rot="0">
              <a:off x="0" y="0"/>
              <a:ext cx="1697682" cy="1975485"/>
              <a:chOff x="0" y="0"/>
              <a:chExt cx="698500" cy="812800"/>
            </a:xfrm>
          </p:grpSpPr>
          <p:sp>
            <p:nvSpPr>
              <p:cNvPr name="Freeform 13" id="13"/>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FFFFFF">
                  <a:alpha val="60000"/>
                </a:srgbClr>
              </a:solidFill>
            </p:spPr>
          </p:sp>
          <p:sp>
            <p:nvSpPr>
              <p:cNvPr name="TextBox 14" id="14"/>
              <p:cNvSpPr txBox="true"/>
              <p:nvPr/>
            </p:nvSpPr>
            <p:spPr>
              <a:xfrm>
                <a:off x="0" y="82550"/>
                <a:ext cx="698500" cy="590550"/>
              </a:xfrm>
              <a:prstGeom prst="rect">
                <a:avLst/>
              </a:prstGeom>
            </p:spPr>
            <p:txBody>
              <a:bodyPr anchor="ctr" rtlCol="false" tIns="50800" lIns="50800" bIns="50800" rIns="50800"/>
              <a:lstStyle/>
              <a:p>
                <a:pPr algn="ctr">
                  <a:lnSpc>
                    <a:spcPts val="3299"/>
                  </a:lnSpc>
                </a:pPr>
              </a:p>
            </p:txBody>
          </p:sp>
        </p:grpSp>
        <p:grpSp>
          <p:nvGrpSpPr>
            <p:cNvPr name="Group 15" id="15"/>
            <p:cNvGrpSpPr/>
            <p:nvPr/>
          </p:nvGrpSpPr>
          <p:grpSpPr>
            <a:xfrm rot="0">
              <a:off x="146612" y="170603"/>
              <a:ext cx="1404458" cy="1634279"/>
              <a:chOff x="0" y="0"/>
              <a:chExt cx="698500" cy="812800"/>
            </a:xfrm>
          </p:grpSpPr>
          <p:sp>
            <p:nvSpPr>
              <p:cNvPr name="Freeform 16" id="16"/>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name="TextBox 17" id="17"/>
              <p:cNvSpPr txBox="true"/>
              <p:nvPr/>
            </p:nvSpPr>
            <p:spPr>
              <a:xfrm>
                <a:off x="0" y="82550"/>
                <a:ext cx="698500" cy="590550"/>
              </a:xfrm>
              <a:prstGeom prst="rect">
                <a:avLst/>
              </a:prstGeom>
            </p:spPr>
            <p:txBody>
              <a:bodyPr anchor="ctr" rtlCol="false" tIns="50800" lIns="50800" bIns="50800" rIns="50800"/>
              <a:lstStyle/>
              <a:p>
                <a:pPr algn="ctr">
                  <a:lnSpc>
                    <a:spcPts val="3299"/>
                  </a:lnSpc>
                </a:pPr>
              </a:p>
            </p:txBody>
          </p:sp>
        </p:grpSp>
        <p:sp>
          <p:nvSpPr>
            <p:cNvPr name="Freeform 18" id="18"/>
            <p:cNvSpPr/>
            <p:nvPr/>
          </p:nvSpPr>
          <p:spPr>
            <a:xfrm flipH="false" flipV="false" rot="0">
              <a:off x="410811" y="548915"/>
              <a:ext cx="876060" cy="877656"/>
            </a:xfrm>
            <a:custGeom>
              <a:avLst/>
              <a:gdLst/>
              <a:ahLst/>
              <a:cxnLst/>
              <a:rect r="r" b="b" t="t" l="l"/>
              <a:pathLst>
                <a:path h="877656" w="876060">
                  <a:moveTo>
                    <a:pt x="0" y="0"/>
                  </a:moveTo>
                  <a:lnTo>
                    <a:pt x="876060" y="0"/>
                  </a:lnTo>
                  <a:lnTo>
                    <a:pt x="876060" y="877655"/>
                  </a:lnTo>
                  <a:lnTo>
                    <a:pt x="0" y="8776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9" id="19"/>
          <p:cNvGrpSpPr/>
          <p:nvPr/>
        </p:nvGrpSpPr>
        <p:grpSpPr>
          <a:xfrm rot="0">
            <a:off x="8878502" y="6129893"/>
            <a:ext cx="1273262" cy="1481614"/>
            <a:chOff x="0" y="0"/>
            <a:chExt cx="1697682" cy="1975485"/>
          </a:xfrm>
        </p:grpSpPr>
        <p:grpSp>
          <p:nvGrpSpPr>
            <p:cNvPr name="Group 20" id="20"/>
            <p:cNvGrpSpPr/>
            <p:nvPr/>
          </p:nvGrpSpPr>
          <p:grpSpPr>
            <a:xfrm rot="0">
              <a:off x="0" y="0"/>
              <a:ext cx="1697682" cy="1975485"/>
              <a:chOff x="0" y="0"/>
              <a:chExt cx="698500" cy="812800"/>
            </a:xfrm>
          </p:grpSpPr>
          <p:sp>
            <p:nvSpPr>
              <p:cNvPr name="Freeform 21" id="21"/>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FFFFFF">
                  <a:alpha val="60000"/>
                </a:srgbClr>
              </a:solidFill>
            </p:spPr>
          </p:sp>
          <p:sp>
            <p:nvSpPr>
              <p:cNvPr name="TextBox 22" id="22"/>
              <p:cNvSpPr txBox="true"/>
              <p:nvPr/>
            </p:nvSpPr>
            <p:spPr>
              <a:xfrm>
                <a:off x="0" y="82550"/>
                <a:ext cx="698500" cy="590550"/>
              </a:xfrm>
              <a:prstGeom prst="rect">
                <a:avLst/>
              </a:prstGeom>
            </p:spPr>
            <p:txBody>
              <a:bodyPr anchor="ctr" rtlCol="false" tIns="50800" lIns="50800" bIns="50800" rIns="50800"/>
              <a:lstStyle/>
              <a:p>
                <a:pPr algn="ctr">
                  <a:lnSpc>
                    <a:spcPts val="3299"/>
                  </a:lnSpc>
                </a:pPr>
              </a:p>
            </p:txBody>
          </p:sp>
        </p:grpSp>
        <p:grpSp>
          <p:nvGrpSpPr>
            <p:cNvPr name="Group 23" id="23"/>
            <p:cNvGrpSpPr/>
            <p:nvPr/>
          </p:nvGrpSpPr>
          <p:grpSpPr>
            <a:xfrm rot="0">
              <a:off x="146612" y="170603"/>
              <a:ext cx="1404458" cy="1634279"/>
              <a:chOff x="0" y="0"/>
              <a:chExt cx="698500" cy="812800"/>
            </a:xfrm>
          </p:grpSpPr>
          <p:sp>
            <p:nvSpPr>
              <p:cNvPr name="Freeform 24" id="24"/>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name="TextBox 25" id="25"/>
              <p:cNvSpPr txBox="true"/>
              <p:nvPr/>
            </p:nvSpPr>
            <p:spPr>
              <a:xfrm>
                <a:off x="0" y="82550"/>
                <a:ext cx="698500" cy="590550"/>
              </a:xfrm>
              <a:prstGeom prst="rect">
                <a:avLst/>
              </a:prstGeom>
            </p:spPr>
            <p:txBody>
              <a:bodyPr anchor="ctr" rtlCol="false" tIns="50800" lIns="50800" bIns="50800" rIns="50800"/>
              <a:lstStyle/>
              <a:p>
                <a:pPr algn="ctr">
                  <a:lnSpc>
                    <a:spcPts val="3299"/>
                  </a:lnSpc>
                </a:pPr>
              </a:p>
            </p:txBody>
          </p:sp>
        </p:grpSp>
        <p:sp>
          <p:nvSpPr>
            <p:cNvPr name="Freeform 26" id="26"/>
            <p:cNvSpPr/>
            <p:nvPr/>
          </p:nvSpPr>
          <p:spPr>
            <a:xfrm flipH="false" flipV="false" rot="0">
              <a:off x="461525" y="574252"/>
              <a:ext cx="774633" cy="752805"/>
            </a:xfrm>
            <a:custGeom>
              <a:avLst/>
              <a:gdLst/>
              <a:ahLst/>
              <a:cxnLst/>
              <a:rect r="r" b="b" t="t" l="l"/>
              <a:pathLst>
                <a:path h="752805" w="774633">
                  <a:moveTo>
                    <a:pt x="0" y="0"/>
                  </a:moveTo>
                  <a:lnTo>
                    <a:pt x="774633" y="0"/>
                  </a:lnTo>
                  <a:lnTo>
                    <a:pt x="774633" y="752804"/>
                  </a:lnTo>
                  <a:lnTo>
                    <a:pt x="0" y="7528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27" id="27"/>
          <p:cNvGrpSpPr/>
          <p:nvPr/>
        </p:nvGrpSpPr>
        <p:grpSpPr>
          <a:xfrm rot="0">
            <a:off x="8878502" y="7776686"/>
            <a:ext cx="1273262" cy="1481614"/>
            <a:chOff x="0" y="0"/>
            <a:chExt cx="1697682" cy="1975485"/>
          </a:xfrm>
        </p:grpSpPr>
        <p:grpSp>
          <p:nvGrpSpPr>
            <p:cNvPr name="Group 28" id="28"/>
            <p:cNvGrpSpPr/>
            <p:nvPr/>
          </p:nvGrpSpPr>
          <p:grpSpPr>
            <a:xfrm rot="0">
              <a:off x="0" y="0"/>
              <a:ext cx="1697682" cy="1975485"/>
              <a:chOff x="0" y="0"/>
              <a:chExt cx="698500" cy="812800"/>
            </a:xfrm>
          </p:grpSpPr>
          <p:sp>
            <p:nvSpPr>
              <p:cNvPr name="Freeform 29" id="29"/>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FFFFFF">
                  <a:alpha val="60000"/>
                </a:srgbClr>
              </a:solidFill>
            </p:spPr>
          </p:sp>
          <p:sp>
            <p:nvSpPr>
              <p:cNvPr name="TextBox 30" id="30"/>
              <p:cNvSpPr txBox="true"/>
              <p:nvPr/>
            </p:nvSpPr>
            <p:spPr>
              <a:xfrm>
                <a:off x="0" y="82550"/>
                <a:ext cx="698500" cy="590550"/>
              </a:xfrm>
              <a:prstGeom prst="rect">
                <a:avLst/>
              </a:prstGeom>
            </p:spPr>
            <p:txBody>
              <a:bodyPr anchor="ctr" rtlCol="false" tIns="50800" lIns="50800" bIns="50800" rIns="50800"/>
              <a:lstStyle/>
              <a:p>
                <a:pPr algn="ctr">
                  <a:lnSpc>
                    <a:spcPts val="3299"/>
                  </a:lnSpc>
                </a:pPr>
              </a:p>
            </p:txBody>
          </p:sp>
        </p:grpSp>
        <p:grpSp>
          <p:nvGrpSpPr>
            <p:cNvPr name="Group 31" id="31"/>
            <p:cNvGrpSpPr/>
            <p:nvPr/>
          </p:nvGrpSpPr>
          <p:grpSpPr>
            <a:xfrm rot="0">
              <a:off x="146612" y="170603"/>
              <a:ext cx="1404458" cy="1634279"/>
              <a:chOff x="0" y="0"/>
              <a:chExt cx="698500" cy="812800"/>
            </a:xfrm>
          </p:grpSpPr>
          <p:sp>
            <p:nvSpPr>
              <p:cNvPr name="Freeform 32" id="32"/>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name="TextBox 33" id="33"/>
              <p:cNvSpPr txBox="true"/>
              <p:nvPr/>
            </p:nvSpPr>
            <p:spPr>
              <a:xfrm>
                <a:off x="0" y="82550"/>
                <a:ext cx="698500" cy="590550"/>
              </a:xfrm>
              <a:prstGeom prst="rect">
                <a:avLst/>
              </a:prstGeom>
            </p:spPr>
            <p:txBody>
              <a:bodyPr anchor="ctr" rtlCol="false" tIns="50800" lIns="50800" bIns="50800" rIns="50800"/>
              <a:lstStyle/>
              <a:p>
                <a:pPr algn="ctr">
                  <a:lnSpc>
                    <a:spcPts val="3299"/>
                  </a:lnSpc>
                </a:pPr>
              </a:p>
            </p:txBody>
          </p:sp>
        </p:grpSp>
        <p:sp>
          <p:nvSpPr>
            <p:cNvPr name="Freeform 34" id="34"/>
            <p:cNvSpPr/>
            <p:nvPr/>
          </p:nvSpPr>
          <p:spPr>
            <a:xfrm flipH="false" flipV="false" rot="0">
              <a:off x="469759" y="608660"/>
              <a:ext cx="758165" cy="758165"/>
            </a:xfrm>
            <a:custGeom>
              <a:avLst/>
              <a:gdLst/>
              <a:ahLst/>
              <a:cxnLst/>
              <a:rect r="r" b="b" t="t" l="l"/>
              <a:pathLst>
                <a:path h="758165" w="758165">
                  <a:moveTo>
                    <a:pt x="0" y="0"/>
                  </a:moveTo>
                  <a:lnTo>
                    <a:pt x="758165" y="0"/>
                  </a:lnTo>
                  <a:lnTo>
                    <a:pt x="758165" y="758165"/>
                  </a:lnTo>
                  <a:lnTo>
                    <a:pt x="0" y="7581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35" id="35"/>
          <p:cNvGrpSpPr/>
          <p:nvPr/>
        </p:nvGrpSpPr>
        <p:grpSpPr>
          <a:xfrm rot="0">
            <a:off x="1028700" y="3964305"/>
            <a:ext cx="6952527" cy="2358390"/>
            <a:chOff x="0" y="0"/>
            <a:chExt cx="9270037" cy="3144520"/>
          </a:xfrm>
        </p:grpSpPr>
        <p:sp>
          <p:nvSpPr>
            <p:cNvPr name="TextBox 36" id="36"/>
            <p:cNvSpPr txBox="true"/>
            <p:nvPr/>
          </p:nvSpPr>
          <p:spPr>
            <a:xfrm rot="0">
              <a:off x="0" y="-57150"/>
              <a:ext cx="9270037" cy="2426123"/>
            </a:xfrm>
            <a:prstGeom prst="rect">
              <a:avLst/>
            </a:prstGeom>
          </p:spPr>
          <p:txBody>
            <a:bodyPr anchor="t" rtlCol="false" tIns="0" lIns="0" bIns="0" rIns="0">
              <a:spAutoFit/>
            </a:bodyPr>
            <a:lstStyle/>
            <a:p>
              <a:pPr algn="ctr">
                <a:lnSpc>
                  <a:spcPts val="7280"/>
                </a:lnSpc>
              </a:pPr>
              <a:r>
                <a:rPr lang="en-US" b="true" sz="5600" spc="168">
                  <a:solidFill>
                    <a:srgbClr val="36B7DA"/>
                  </a:solidFill>
                  <a:latin typeface="Aileron Heavy"/>
                  <a:ea typeface="Aileron Heavy"/>
                  <a:cs typeface="Aileron Heavy"/>
                  <a:sym typeface="Aileron Heavy"/>
                </a:rPr>
                <a:t>KEY FEATURES &amp; FUNCTIONALITIES</a:t>
              </a:r>
            </a:p>
          </p:txBody>
        </p:sp>
        <p:sp>
          <p:nvSpPr>
            <p:cNvPr name="TextBox 37" id="37"/>
            <p:cNvSpPr txBox="true"/>
            <p:nvPr/>
          </p:nvSpPr>
          <p:spPr>
            <a:xfrm rot="0">
              <a:off x="0" y="2565823"/>
              <a:ext cx="9270037" cy="578697"/>
            </a:xfrm>
            <a:prstGeom prst="rect">
              <a:avLst/>
            </a:prstGeom>
          </p:spPr>
          <p:txBody>
            <a:bodyPr anchor="t" rtlCol="false" tIns="0" lIns="0" bIns="0" rIns="0">
              <a:spAutoFit/>
            </a:bodyPr>
            <a:lstStyle/>
            <a:p>
              <a:pPr algn="ctr">
                <a:lnSpc>
                  <a:spcPts val="3640"/>
                </a:lnSpc>
              </a:pPr>
              <a:r>
                <a:rPr lang="en-US" sz="2600" spc="52">
                  <a:solidFill>
                    <a:srgbClr val="FFFFFF"/>
                  </a:solidFill>
                  <a:latin typeface="Aileron"/>
                  <a:ea typeface="Aileron"/>
                  <a:cs typeface="Aileron"/>
                  <a:sym typeface="Aileron"/>
                </a:rPr>
                <a:t>5-Step Ordering Process</a:t>
              </a:r>
            </a:p>
          </p:txBody>
        </p:sp>
      </p:grpSp>
      <p:grpSp>
        <p:nvGrpSpPr>
          <p:cNvPr name="Group 38" id="38"/>
          <p:cNvGrpSpPr/>
          <p:nvPr/>
        </p:nvGrpSpPr>
        <p:grpSpPr>
          <a:xfrm rot="0">
            <a:off x="8878502" y="4402693"/>
            <a:ext cx="1273262" cy="1481614"/>
            <a:chOff x="0" y="0"/>
            <a:chExt cx="1697682" cy="1975485"/>
          </a:xfrm>
        </p:grpSpPr>
        <p:grpSp>
          <p:nvGrpSpPr>
            <p:cNvPr name="Group 39" id="39"/>
            <p:cNvGrpSpPr/>
            <p:nvPr/>
          </p:nvGrpSpPr>
          <p:grpSpPr>
            <a:xfrm rot="0">
              <a:off x="0" y="0"/>
              <a:ext cx="1697682" cy="1975485"/>
              <a:chOff x="0" y="0"/>
              <a:chExt cx="698500" cy="812800"/>
            </a:xfrm>
          </p:grpSpPr>
          <p:sp>
            <p:nvSpPr>
              <p:cNvPr name="Freeform 40" id="40"/>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FFFFFF">
                  <a:alpha val="60000"/>
                </a:srgbClr>
              </a:solidFill>
            </p:spPr>
          </p:sp>
          <p:sp>
            <p:nvSpPr>
              <p:cNvPr name="TextBox 41" id="41"/>
              <p:cNvSpPr txBox="true"/>
              <p:nvPr/>
            </p:nvSpPr>
            <p:spPr>
              <a:xfrm>
                <a:off x="0" y="82550"/>
                <a:ext cx="698500" cy="590550"/>
              </a:xfrm>
              <a:prstGeom prst="rect">
                <a:avLst/>
              </a:prstGeom>
            </p:spPr>
            <p:txBody>
              <a:bodyPr anchor="ctr" rtlCol="false" tIns="50800" lIns="50800" bIns="50800" rIns="50800"/>
              <a:lstStyle/>
              <a:p>
                <a:pPr algn="ctr">
                  <a:lnSpc>
                    <a:spcPts val="3299"/>
                  </a:lnSpc>
                </a:pPr>
              </a:p>
            </p:txBody>
          </p:sp>
        </p:grpSp>
        <p:grpSp>
          <p:nvGrpSpPr>
            <p:cNvPr name="Group 42" id="42"/>
            <p:cNvGrpSpPr/>
            <p:nvPr/>
          </p:nvGrpSpPr>
          <p:grpSpPr>
            <a:xfrm rot="0">
              <a:off x="146612" y="170603"/>
              <a:ext cx="1404458" cy="1634279"/>
              <a:chOff x="0" y="0"/>
              <a:chExt cx="698500" cy="812800"/>
            </a:xfrm>
          </p:grpSpPr>
          <p:sp>
            <p:nvSpPr>
              <p:cNvPr name="Freeform 43" id="43"/>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name="TextBox 44" id="44"/>
              <p:cNvSpPr txBox="true"/>
              <p:nvPr/>
            </p:nvSpPr>
            <p:spPr>
              <a:xfrm>
                <a:off x="0" y="82550"/>
                <a:ext cx="698500" cy="590550"/>
              </a:xfrm>
              <a:prstGeom prst="rect">
                <a:avLst/>
              </a:prstGeom>
            </p:spPr>
            <p:txBody>
              <a:bodyPr anchor="ctr" rtlCol="false" tIns="50800" lIns="50800" bIns="50800" rIns="50800"/>
              <a:lstStyle/>
              <a:p>
                <a:pPr algn="ctr">
                  <a:lnSpc>
                    <a:spcPts val="3299"/>
                  </a:lnSpc>
                </a:pPr>
              </a:p>
            </p:txBody>
          </p:sp>
        </p:grpSp>
        <p:sp>
          <p:nvSpPr>
            <p:cNvPr name="Freeform 45" id="45"/>
            <p:cNvSpPr/>
            <p:nvPr/>
          </p:nvSpPr>
          <p:spPr>
            <a:xfrm flipH="true" flipV="false" rot="0">
              <a:off x="498758" y="537387"/>
              <a:ext cx="897436" cy="900711"/>
            </a:xfrm>
            <a:custGeom>
              <a:avLst/>
              <a:gdLst/>
              <a:ahLst/>
              <a:cxnLst/>
              <a:rect r="r" b="b" t="t" l="l"/>
              <a:pathLst>
                <a:path h="900711" w="897436">
                  <a:moveTo>
                    <a:pt x="897436" y="0"/>
                  </a:moveTo>
                  <a:lnTo>
                    <a:pt x="0" y="0"/>
                  </a:lnTo>
                  <a:lnTo>
                    <a:pt x="0" y="900711"/>
                  </a:lnTo>
                  <a:lnTo>
                    <a:pt x="897436" y="900711"/>
                  </a:lnTo>
                  <a:lnTo>
                    <a:pt x="897436"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4306228"/>
            <a:ext cx="3329876" cy="1664938"/>
          </a:xfrm>
          <a:custGeom>
            <a:avLst/>
            <a:gdLst/>
            <a:ahLst/>
            <a:cxnLst/>
            <a:rect r="r" b="b" t="t" l="l"/>
            <a:pathLst>
              <a:path h="1664938" w="3329876">
                <a:moveTo>
                  <a:pt x="0" y="0"/>
                </a:moveTo>
                <a:lnTo>
                  <a:pt x="3329876" y="0"/>
                </a:lnTo>
                <a:lnTo>
                  <a:pt x="3329876" y="1664938"/>
                </a:lnTo>
                <a:lnTo>
                  <a:pt x="0" y="16649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4146146" y="5957801"/>
            <a:ext cx="3329876" cy="1664938"/>
          </a:xfrm>
          <a:custGeom>
            <a:avLst/>
            <a:gdLst/>
            <a:ahLst/>
            <a:cxnLst/>
            <a:rect r="r" b="b" t="t" l="l"/>
            <a:pathLst>
              <a:path h="1664938" w="3329876">
                <a:moveTo>
                  <a:pt x="0" y="0"/>
                </a:moveTo>
                <a:lnTo>
                  <a:pt x="3329876" y="0"/>
                </a:lnTo>
                <a:lnTo>
                  <a:pt x="3329876" y="1664938"/>
                </a:lnTo>
                <a:lnTo>
                  <a:pt x="0" y="16649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293844" y="4306228"/>
            <a:ext cx="3343241" cy="1671621"/>
          </a:xfrm>
          <a:custGeom>
            <a:avLst/>
            <a:gdLst/>
            <a:ahLst/>
            <a:cxnLst/>
            <a:rect r="r" b="b" t="t" l="l"/>
            <a:pathLst>
              <a:path h="1671621" w="3343241">
                <a:moveTo>
                  <a:pt x="0" y="0"/>
                </a:moveTo>
                <a:lnTo>
                  <a:pt x="3343241" y="0"/>
                </a:lnTo>
                <a:lnTo>
                  <a:pt x="3343241" y="1671621"/>
                </a:lnTo>
                <a:lnTo>
                  <a:pt x="0" y="16716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800000">
            <a:off x="10450367" y="5964484"/>
            <a:ext cx="3329876" cy="1664938"/>
          </a:xfrm>
          <a:custGeom>
            <a:avLst/>
            <a:gdLst/>
            <a:ahLst/>
            <a:cxnLst/>
            <a:rect r="r" b="b" t="t" l="l"/>
            <a:pathLst>
              <a:path h="1664938" w="3329876">
                <a:moveTo>
                  <a:pt x="0" y="0"/>
                </a:moveTo>
                <a:lnTo>
                  <a:pt x="3329876" y="0"/>
                </a:lnTo>
                <a:lnTo>
                  <a:pt x="3329876" y="1664938"/>
                </a:lnTo>
                <a:lnTo>
                  <a:pt x="0" y="166493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3599328" y="4312911"/>
            <a:ext cx="3329876" cy="1664938"/>
          </a:xfrm>
          <a:custGeom>
            <a:avLst/>
            <a:gdLst/>
            <a:ahLst/>
            <a:cxnLst/>
            <a:rect r="r" b="b" t="t" l="l"/>
            <a:pathLst>
              <a:path h="1664938" w="3329876">
                <a:moveTo>
                  <a:pt x="0" y="0"/>
                </a:moveTo>
                <a:lnTo>
                  <a:pt x="3329876" y="0"/>
                </a:lnTo>
                <a:lnTo>
                  <a:pt x="3329876" y="1664938"/>
                </a:lnTo>
                <a:lnTo>
                  <a:pt x="0" y="166493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7" id="7"/>
          <p:cNvGrpSpPr>
            <a:grpSpLocks noChangeAspect="true"/>
          </p:cNvGrpSpPr>
          <p:nvPr/>
        </p:nvGrpSpPr>
        <p:grpSpPr>
          <a:xfrm rot="0">
            <a:off x="3827655" y="5946525"/>
            <a:ext cx="848136" cy="570260"/>
            <a:chOff x="0" y="0"/>
            <a:chExt cx="1930400" cy="1297940"/>
          </a:xfrm>
        </p:grpSpPr>
        <p:sp>
          <p:nvSpPr>
            <p:cNvPr name="Freeform 8" id="8"/>
            <p:cNvSpPr/>
            <p:nvPr/>
          </p:nvSpPr>
          <p:spPr>
            <a:xfrm flipH="false" flipV="false" rot="0">
              <a:off x="0" y="0"/>
              <a:ext cx="1930400" cy="1297940"/>
            </a:xfrm>
            <a:custGeom>
              <a:avLst/>
              <a:gdLst/>
              <a:ahLst/>
              <a:cxnLst/>
              <a:rect r="r" b="b" t="t" l="l"/>
              <a:pathLst>
                <a:path h="1297940" w="1930400">
                  <a:moveTo>
                    <a:pt x="0" y="0"/>
                  </a:moveTo>
                  <a:lnTo>
                    <a:pt x="965200" y="1297940"/>
                  </a:lnTo>
                  <a:lnTo>
                    <a:pt x="1930400" y="0"/>
                  </a:lnTo>
                  <a:close/>
                </a:path>
              </a:pathLst>
            </a:custGeom>
            <a:solidFill>
              <a:srgbClr val="4FCDCC"/>
            </a:solidFill>
          </p:spPr>
        </p:sp>
      </p:grpSp>
      <p:grpSp>
        <p:nvGrpSpPr>
          <p:cNvPr name="Group 9" id="9"/>
          <p:cNvGrpSpPr>
            <a:grpSpLocks noChangeAspect="true"/>
          </p:cNvGrpSpPr>
          <p:nvPr/>
        </p:nvGrpSpPr>
        <p:grpSpPr>
          <a:xfrm rot="0">
            <a:off x="10120271" y="5971166"/>
            <a:ext cx="848136" cy="570260"/>
            <a:chOff x="0" y="0"/>
            <a:chExt cx="1930400" cy="1297940"/>
          </a:xfrm>
        </p:grpSpPr>
        <p:sp>
          <p:nvSpPr>
            <p:cNvPr name="Freeform 10" id="10"/>
            <p:cNvSpPr/>
            <p:nvPr/>
          </p:nvSpPr>
          <p:spPr>
            <a:xfrm flipH="false" flipV="false" rot="0">
              <a:off x="0" y="0"/>
              <a:ext cx="1930400" cy="1297940"/>
            </a:xfrm>
            <a:custGeom>
              <a:avLst/>
              <a:gdLst/>
              <a:ahLst/>
              <a:cxnLst/>
              <a:rect r="r" b="b" t="t" l="l"/>
              <a:pathLst>
                <a:path h="1297940" w="1930400">
                  <a:moveTo>
                    <a:pt x="0" y="0"/>
                  </a:moveTo>
                  <a:lnTo>
                    <a:pt x="965200" y="1297940"/>
                  </a:lnTo>
                  <a:lnTo>
                    <a:pt x="1930400" y="0"/>
                  </a:lnTo>
                  <a:close/>
                </a:path>
              </a:pathLst>
            </a:custGeom>
            <a:solidFill>
              <a:srgbClr val="2C92D5"/>
            </a:solidFill>
          </p:spPr>
        </p:sp>
      </p:grpSp>
      <p:grpSp>
        <p:nvGrpSpPr>
          <p:cNvPr name="Group 11" id="11"/>
          <p:cNvGrpSpPr>
            <a:grpSpLocks noChangeAspect="true"/>
          </p:cNvGrpSpPr>
          <p:nvPr/>
        </p:nvGrpSpPr>
        <p:grpSpPr>
          <a:xfrm rot="0">
            <a:off x="16411164" y="5946525"/>
            <a:ext cx="848136" cy="570260"/>
            <a:chOff x="0" y="0"/>
            <a:chExt cx="1930400" cy="1297940"/>
          </a:xfrm>
        </p:grpSpPr>
        <p:sp>
          <p:nvSpPr>
            <p:cNvPr name="Freeform 12" id="12"/>
            <p:cNvSpPr/>
            <p:nvPr/>
          </p:nvSpPr>
          <p:spPr>
            <a:xfrm flipH="false" flipV="false" rot="0">
              <a:off x="0" y="0"/>
              <a:ext cx="1930400" cy="1297940"/>
            </a:xfrm>
            <a:custGeom>
              <a:avLst/>
              <a:gdLst/>
              <a:ahLst/>
              <a:cxnLst/>
              <a:rect r="r" b="b" t="t" l="l"/>
              <a:pathLst>
                <a:path h="1297940" w="1930400">
                  <a:moveTo>
                    <a:pt x="0" y="0"/>
                  </a:moveTo>
                  <a:lnTo>
                    <a:pt x="965200" y="1297940"/>
                  </a:lnTo>
                  <a:lnTo>
                    <a:pt x="1930400" y="0"/>
                  </a:lnTo>
                  <a:close/>
                </a:path>
              </a:pathLst>
            </a:custGeom>
            <a:solidFill>
              <a:srgbClr val="13538A"/>
            </a:solidFill>
          </p:spPr>
        </p:sp>
      </p:grpSp>
      <p:grpSp>
        <p:nvGrpSpPr>
          <p:cNvPr name="Group 13" id="13"/>
          <p:cNvGrpSpPr/>
          <p:nvPr/>
        </p:nvGrpSpPr>
        <p:grpSpPr>
          <a:xfrm rot="0">
            <a:off x="1661478" y="4790795"/>
            <a:ext cx="2166177" cy="21661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CDCC"/>
            </a:solidFill>
          </p:spPr>
        </p:sp>
        <p:sp>
          <p:nvSpPr>
            <p:cNvPr name="TextBox 15" id="15"/>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1</a:t>
              </a:r>
            </a:p>
          </p:txBody>
        </p:sp>
      </p:grpSp>
      <p:grpSp>
        <p:nvGrpSpPr>
          <p:cNvPr name="Group 16" id="16"/>
          <p:cNvGrpSpPr/>
          <p:nvPr/>
        </p:nvGrpSpPr>
        <p:grpSpPr>
          <a:xfrm rot="0">
            <a:off x="4747578" y="4790795"/>
            <a:ext cx="2166177" cy="216617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B6B4"/>
            </a:solidFill>
          </p:spPr>
        </p:sp>
        <p:sp>
          <p:nvSpPr>
            <p:cNvPr name="TextBox 18" id="18"/>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2</a:t>
              </a:r>
            </a:p>
          </p:txBody>
        </p:sp>
      </p:grpSp>
      <p:grpSp>
        <p:nvGrpSpPr>
          <p:cNvPr name="Group 19" id="19"/>
          <p:cNvGrpSpPr/>
          <p:nvPr/>
        </p:nvGrpSpPr>
        <p:grpSpPr>
          <a:xfrm rot="0">
            <a:off x="7895276" y="4790795"/>
            <a:ext cx="2166177" cy="216617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C9EF"/>
            </a:solidFill>
          </p:spPr>
        </p:sp>
        <p:sp>
          <p:nvSpPr>
            <p:cNvPr name="TextBox 21" id="21"/>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3</a:t>
              </a:r>
            </a:p>
          </p:txBody>
        </p:sp>
      </p:grpSp>
      <p:grpSp>
        <p:nvGrpSpPr>
          <p:cNvPr name="Group 22" id="22"/>
          <p:cNvGrpSpPr/>
          <p:nvPr/>
        </p:nvGrpSpPr>
        <p:grpSpPr>
          <a:xfrm rot="0">
            <a:off x="10968407" y="4790795"/>
            <a:ext cx="2166177" cy="2166177"/>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C92D5"/>
            </a:solidFill>
          </p:spPr>
        </p:sp>
        <p:sp>
          <p:nvSpPr>
            <p:cNvPr name="TextBox 24" id="24"/>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4</a:t>
              </a:r>
            </a:p>
          </p:txBody>
        </p:sp>
      </p:grpSp>
      <p:grpSp>
        <p:nvGrpSpPr>
          <p:cNvPr name="Group 25" id="25"/>
          <p:cNvGrpSpPr/>
          <p:nvPr/>
        </p:nvGrpSpPr>
        <p:grpSpPr>
          <a:xfrm rot="0">
            <a:off x="14058509" y="4790795"/>
            <a:ext cx="2166177" cy="2166177"/>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538A"/>
            </a:solidFill>
          </p:spPr>
        </p:sp>
        <p:sp>
          <p:nvSpPr>
            <p:cNvPr name="TextBox 27" id="27"/>
            <p:cNvSpPr txBox="true"/>
            <p:nvPr/>
          </p:nvSpPr>
          <p:spPr>
            <a:xfrm>
              <a:off x="76200" y="0"/>
              <a:ext cx="660400" cy="736600"/>
            </a:xfrm>
            <a:prstGeom prst="rect">
              <a:avLst/>
            </a:prstGeom>
          </p:spPr>
          <p:txBody>
            <a:bodyPr anchor="ctr" rtlCol="false" tIns="50800" lIns="50800" bIns="50800" rIns="50800"/>
            <a:lstStyle/>
            <a:p>
              <a:pPr algn="ctr">
                <a:lnSpc>
                  <a:spcPts val="5599"/>
                </a:lnSpc>
              </a:pPr>
              <a:r>
                <a:rPr lang="en-US" b="true" sz="3999" spc="119">
                  <a:solidFill>
                    <a:srgbClr val="FFFFFF"/>
                  </a:solidFill>
                  <a:latin typeface="Aileron Ultra-Bold"/>
                  <a:ea typeface="Aileron Ultra-Bold"/>
                  <a:cs typeface="Aileron Ultra-Bold"/>
                  <a:sym typeface="Aileron Ultra-Bold"/>
                </a:rPr>
                <a:t>5</a:t>
              </a:r>
            </a:p>
          </p:txBody>
        </p:sp>
      </p:grpSp>
      <p:sp>
        <p:nvSpPr>
          <p:cNvPr name="TextBox 28" id="28"/>
          <p:cNvSpPr txBox="true"/>
          <p:nvPr/>
        </p:nvSpPr>
        <p:spPr>
          <a:xfrm rot="0">
            <a:off x="1474112" y="7087546"/>
            <a:ext cx="2540910" cy="789305"/>
          </a:xfrm>
          <a:prstGeom prst="rect">
            <a:avLst/>
          </a:prstGeom>
        </p:spPr>
        <p:txBody>
          <a:bodyPr anchor="t" rtlCol="false" tIns="0" lIns="0" bIns="0" rIns="0">
            <a:spAutoFit/>
          </a:bodyPr>
          <a:lstStyle/>
          <a:p>
            <a:pPr algn="ctr" marL="0" indent="0" lvl="0">
              <a:lnSpc>
                <a:spcPts val="3220"/>
              </a:lnSpc>
            </a:pPr>
            <a:r>
              <a:rPr lang="en-US" sz="2300" spc="69">
                <a:solidFill>
                  <a:srgbClr val="191919"/>
                </a:solidFill>
                <a:latin typeface="Aileron"/>
                <a:ea typeface="Aileron"/>
                <a:cs typeface="Aileron"/>
                <a:sym typeface="Aileron"/>
              </a:rPr>
              <a:t>User says → "Turn on the lights"</a:t>
            </a:r>
          </a:p>
        </p:txBody>
      </p:sp>
      <p:sp>
        <p:nvSpPr>
          <p:cNvPr name="TextBox 29" id="29"/>
          <p:cNvSpPr txBox="true"/>
          <p:nvPr/>
        </p:nvSpPr>
        <p:spPr>
          <a:xfrm rot="0">
            <a:off x="7464599" y="7105249"/>
            <a:ext cx="2985767" cy="771602"/>
          </a:xfrm>
          <a:prstGeom prst="rect">
            <a:avLst/>
          </a:prstGeom>
        </p:spPr>
        <p:txBody>
          <a:bodyPr anchor="t" rtlCol="false" tIns="0" lIns="0" bIns="0" rIns="0">
            <a:spAutoFit/>
          </a:bodyPr>
          <a:lstStyle/>
          <a:p>
            <a:pPr algn="ctr" marL="0" indent="0" lvl="0">
              <a:lnSpc>
                <a:spcPts val="3145"/>
              </a:lnSpc>
            </a:pPr>
            <a:r>
              <a:rPr lang="en-US" sz="2246" spc="67">
                <a:solidFill>
                  <a:srgbClr val="191919"/>
                </a:solidFill>
                <a:latin typeface="Aileron"/>
                <a:ea typeface="Aileron"/>
                <a:cs typeface="Aileron"/>
                <a:sym typeface="Aileron"/>
              </a:rPr>
              <a:t>NLU identifies intent → Turn on lights</a:t>
            </a:r>
          </a:p>
        </p:txBody>
      </p:sp>
      <p:sp>
        <p:nvSpPr>
          <p:cNvPr name="TextBox 30" id="30"/>
          <p:cNvSpPr txBox="true"/>
          <p:nvPr/>
        </p:nvSpPr>
        <p:spPr>
          <a:xfrm rot="0">
            <a:off x="15264266" y="6956350"/>
            <a:ext cx="2647762" cy="780164"/>
          </a:xfrm>
          <a:prstGeom prst="rect">
            <a:avLst/>
          </a:prstGeom>
        </p:spPr>
        <p:txBody>
          <a:bodyPr anchor="t" rtlCol="false" tIns="0" lIns="0" bIns="0" rIns="0">
            <a:spAutoFit/>
          </a:bodyPr>
          <a:lstStyle/>
          <a:p>
            <a:pPr algn="ctr" marL="0" indent="0" lvl="0">
              <a:lnSpc>
                <a:spcPts val="3198"/>
              </a:lnSpc>
            </a:pPr>
            <a:r>
              <a:rPr lang="en-US" sz="2284" spc="68">
                <a:solidFill>
                  <a:srgbClr val="191919"/>
                </a:solidFill>
                <a:latin typeface="Aileron"/>
                <a:ea typeface="Aileron"/>
                <a:cs typeface="Aileron"/>
                <a:sym typeface="Aileron"/>
              </a:rPr>
              <a:t>Device acts → Light turns on</a:t>
            </a:r>
          </a:p>
        </p:txBody>
      </p:sp>
      <p:sp>
        <p:nvSpPr>
          <p:cNvPr name="TextBox 31" id="31"/>
          <p:cNvSpPr txBox="true"/>
          <p:nvPr/>
        </p:nvSpPr>
        <p:spPr>
          <a:xfrm rot="0">
            <a:off x="4370088" y="3493234"/>
            <a:ext cx="2923756" cy="1189355"/>
          </a:xfrm>
          <a:prstGeom prst="rect">
            <a:avLst/>
          </a:prstGeom>
        </p:spPr>
        <p:txBody>
          <a:bodyPr anchor="t" rtlCol="false" tIns="0" lIns="0" bIns="0" rIns="0">
            <a:spAutoFit/>
          </a:bodyPr>
          <a:lstStyle/>
          <a:p>
            <a:pPr algn="ctr" marL="0" indent="0" lvl="0">
              <a:lnSpc>
                <a:spcPts val="3220"/>
              </a:lnSpc>
            </a:pPr>
            <a:r>
              <a:rPr lang="en-US" sz="2300" spc="69">
                <a:solidFill>
                  <a:srgbClr val="191919"/>
                </a:solidFill>
                <a:latin typeface="Aileron"/>
                <a:ea typeface="Aileron"/>
                <a:cs typeface="Aileron"/>
                <a:sym typeface="Aileron"/>
              </a:rPr>
              <a:t>Microphone captures → Speech-to-text</a:t>
            </a:r>
          </a:p>
        </p:txBody>
      </p:sp>
      <p:sp>
        <p:nvSpPr>
          <p:cNvPr name="TextBox 32" id="32"/>
          <p:cNvSpPr txBox="true"/>
          <p:nvPr/>
        </p:nvSpPr>
        <p:spPr>
          <a:xfrm rot="0">
            <a:off x="11153276" y="3381138"/>
            <a:ext cx="1965649" cy="1153795"/>
          </a:xfrm>
          <a:prstGeom prst="rect">
            <a:avLst/>
          </a:prstGeom>
        </p:spPr>
        <p:txBody>
          <a:bodyPr anchor="t" rtlCol="false" tIns="0" lIns="0" bIns="0" rIns="0">
            <a:spAutoFit/>
          </a:bodyPr>
          <a:lstStyle/>
          <a:p>
            <a:pPr algn="ctr" marL="0" indent="0" lvl="0">
              <a:lnSpc>
                <a:spcPts val="3080"/>
              </a:lnSpc>
            </a:pPr>
            <a:r>
              <a:rPr lang="en-US" sz="2200" spc="66">
                <a:solidFill>
                  <a:srgbClr val="191919"/>
                </a:solidFill>
                <a:latin typeface="Aileron"/>
                <a:ea typeface="Aileron"/>
                <a:cs typeface="Aileron"/>
                <a:sym typeface="Aileron"/>
              </a:rPr>
              <a:t>Command sent → Device via API</a:t>
            </a:r>
          </a:p>
        </p:txBody>
      </p:sp>
      <p:sp>
        <p:nvSpPr>
          <p:cNvPr name="TextBox 33" id="33"/>
          <p:cNvSpPr txBox="true"/>
          <p:nvPr/>
        </p:nvSpPr>
        <p:spPr>
          <a:xfrm rot="0">
            <a:off x="3550138" y="2009656"/>
            <a:ext cx="11187724" cy="448310"/>
          </a:xfrm>
          <a:prstGeom prst="rect">
            <a:avLst/>
          </a:prstGeom>
        </p:spPr>
        <p:txBody>
          <a:bodyPr anchor="t" rtlCol="false" tIns="0" lIns="0" bIns="0" rIns="0">
            <a:spAutoFit/>
          </a:bodyPr>
          <a:lstStyle/>
          <a:p>
            <a:pPr algn="ctr" marL="0" indent="0" lvl="0">
              <a:lnSpc>
                <a:spcPts val="3640"/>
              </a:lnSpc>
            </a:pPr>
            <a:r>
              <a:rPr lang="en-US" sz="2600" spc="78" u="none">
                <a:solidFill>
                  <a:srgbClr val="191919"/>
                </a:solidFill>
                <a:latin typeface="Aileron"/>
                <a:ea typeface="Aileron"/>
                <a:cs typeface="Aileron"/>
                <a:sym typeface="Aileron"/>
              </a:rPr>
              <a:t>5-Step Process </a:t>
            </a:r>
          </a:p>
        </p:txBody>
      </p:sp>
      <p:sp>
        <p:nvSpPr>
          <p:cNvPr name="TextBox 34" id="34"/>
          <p:cNvSpPr txBox="true"/>
          <p:nvPr/>
        </p:nvSpPr>
        <p:spPr>
          <a:xfrm rot="0">
            <a:off x="7094393" y="914400"/>
            <a:ext cx="3914126" cy="970643"/>
          </a:xfrm>
          <a:prstGeom prst="rect">
            <a:avLst/>
          </a:prstGeom>
        </p:spPr>
        <p:txBody>
          <a:bodyPr anchor="t" rtlCol="false" tIns="0" lIns="0" bIns="0" rIns="0">
            <a:spAutoFit/>
          </a:bodyPr>
          <a:lstStyle/>
          <a:p>
            <a:pPr algn="ctr">
              <a:lnSpc>
                <a:spcPts val="7924"/>
              </a:lnSpc>
              <a:spcBef>
                <a:spcPct val="0"/>
              </a:spcBef>
            </a:pPr>
            <a:r>
              <a:rPr lang="en-US" b="true" sz="5660" spc="169">
                <a:solidFill>
                  <a:srgbClr val="37C9EF"/>
                </a:solidFill>
                <a:latin typeface="Aileron Bold"/>
                <a:ea typeface="Aileron Bold"/>
                <a:cs typeface="Aileron Bold"/>
                <a:sym typeface="Aileron Bold"/>
              </a:rPr>
              <a:t>Flow Chart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501351" y="2295633"/>
            <a:ext cx="3285298" cy="7097366"/>
          </a:xfrm>
          <a:custGeom>
            <a:avLst/>
            <a:gdLst/>
            <a:ahLst/>
            <a:cxnLst/>
            <a:rect r="r" b="b" t="t" l="l"/>
            <a:pathLst>
              <a:path h="7097366" w="3285298">
                <a:moveTo>
                  <a:pt x="0" y="0"/>
                </a:moveTo>
                <a:lnTo>
                  <a:pt x="3285298" y="0"/>
                </a:lnTo>
                <a:lnTo>
                  <a:pt x="3285298" y="7097366"/>
                </a:lnTo>
                <a:lnTo>
                  <a:pt x="0" y="7097366"/>
                </a:lnTo>
                <a:lnTo>
                  <a:pt x="0" y="0"/>
                </a:lnTo>
                <a:close/>
              </a:path>
            </a:pathLst>
          </a:custGeom>
          <a:blipFill>
            <a:blip r:embed="rId2"/>
            <a:stretch>
              <a:fillRect l="0" t="-1390" r="-205797" b="-66871"/>
            </a:stretch>
          </a:blipFill>
        </p:spPr>
      </p:sp>
      <p:sp>
        <p:nvSpPr>
          <p:cNvPr name="Freeform 3" id="3"/>
          <p:cNvSpPr/>
          <p:nvPr/>
        </p:nvSpPr>
        <p:spPr>
          <a:xfrm flipH="false" flipV="false" rot="0">
            <a:off x="14238867" y="-4968076"/>
            <a:ext cx="10812392" cy="10812392"/>
          </a:xfrm>
          <a:custGeom>
            <a:avLst/>
            <a:gdLst/>
            <a:ahLst/>
            <a:cxnLst/>
            <a:rect r="r" b="b" t="t" l="l"/>
            <a:pathLst>
              <a:path h="10812392" w="10812392">
                <a:moveTo>
                  <a:pt x="0" y="0"/>
                </a:moveTo>
                <a:lnTo>
                  <a:pt x="10812392" y="0"/>
                </a:lnTo>
                <a:lnTo>
                  <a:pt x="10812392" y="10812392"/>
                </a:lnTo>
                <a:lnTo>
                  <a:pt x="0" y="108123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413214" y="3687042"/>
            <a:ext cx="5764383" cy="5764383"/>
          </a:xfrm>
          <a:custGeom>
            <a:avLst/>
            <a:gdLst/>
            <a:ahLst/>
            <a:cxnLst/>
            <a:rect r="r" b="b" t="t" l="l"/>
            <a:pathLst>
              <a:path h="5764383" w="5764383">
                <a:moveTo>
                  <a:pt x="0" y="0"/>
                </a:moveTo>
                <a:lnTo>
                  <a:pt x="5764383" y="0"/>
                </a:lnTo>
                <a:lnTo>
                  <a:pt x="5764383" y="5764382"/>
                </a:lnTo>
                <a:lnTo>
                  <a:pt x="0" y="5764382"/>
                </a:lnTo>
                <a:lnTo>
                  <a:pt x="0" y="0"/>
                </a:lnTo>
                <a:close/>
              </a:path>
            </a:pathLst>
          </a:custGeom>
          <a:blipFill>
            <a:blip r:embed="rId5">
              <a:alphaModFix amt="30000"/>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405809" y="8503955"/>
            <a:ext cx="5764383" cy="5764383"/>
          </a:xfrm>
          <a:custGeom>
            <a:avLst/>
            <a:gdLst/>
            <a:ahLst/>
            <a:cxnLst/>
            <a:rect r="r" b="b" t="t" l="l"/>
            <a:pathLst>
              <a:path h="5764383" w="5764383">
                <a:moveTo>
                  <a:pt x="0" y="0"/>
                </a:moveTo>
                <a:lnTo>
                  <a:pt x="5764382" y="0"/>
                </a:lnTo>
                <a:lnTo>
                  <a:pt x="5764382" y="5764383"/>
                </a:lnTo>
                <a:lnTo>
                  <a:pt x="0" y="5764383"/>
                </a:lnTo>
                <a:lnTo>
                  <a:pt x="0" y="0"/>
                </a:lnTo>
                <a:close/>
              </a:path>
            </a:pathLst>
          </a:custGeom>
          <a:blipFill>
            <a:blip r:embed="rId7">
              <a:alphaModFix amt="80000"/>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1105668" y="538622"/>
            <a:ext cx="3226918" cy="1030026"/>
          </a:xfrm>
          <a:prstGeom prst="rect">
            <a:avLst/>
          </a:prstGeom>
        </p:spPr>
        <p:txBody>
          <a:bodyPr anchor="t" rtlCol="false" tIns="0" lIns="0" bIns="0" rIns="0">
            <a:spAutoFit/>
          </a:bodyPr>
          <a:lstStyle/>
          <a:p>
            <a:pPr algn="ctr">
              <a:lnSpc>
                <a:spcPts val="8326"/>
              </a:lnSpc>
              <a:spcBef>
                <a:spcPct val="0"/>
              </a:spcBef>
            </a:pPr>
            <a:r>
              <a:rPr lang="en-US" b="true" sz="5947" spc="178">
                <a:solidFill>
                  <a:srgbClr val="37C9EF"/>
                </a:solidFill>
                <a:latin typeface="Aileron Bold"/>
                <a:ea typeface="Aileron Bold"/>
                <a:cs typeface="Aileron Bold"/>
                <a:sym typeface="Aileron Bold"/>
              </a:rPr>
              <a:t>Diagram</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550138" y="1887481"/>
            <a:ext cx="11187724" cy="448310"/>
          </a:xfrm>
          <a:prstGeom prst="rect">
            <a:avLst/>
          </a:prstGeom>
        </p:spPr>
        <p:txBody>
          <a:bodyPr anchor="t" rtlCol="false" tIns="0" lIns="0" bIns="0" rIns="0">
            <a:spAutoFit/>
          </a:bodyPr>
          <a:lstStyle/>
          <a:p>
            <a:pPr algn="ctr" marL="0" indent="0" lvl="0">
              <a:lnSpc>
                <a:spcPts val="3640"/>
              </a:lnSpc>
            </a:pPr>
          </a:p>
        </p:txBody>
      </p:sp>
      <p:sp>
        <p:nvSpPr>
          <p:cNvPr name="TextBox 3" id="3"/>
          <p:cNvSpPr txBox="true"/>
          <p:nvPr/>
        </p:nvSpPr>
        <p:spPr>
          <a:xfrm rot="0">
            <a:off x="5843046" y="914400"/>
            <a:ext cx="6416819" cy="987153"/>
          </a:xfrm>
          <a:prstGeom prst="rect">
            <a:avLst/>
          </a:prstGeom>
        </p:spPr>
        <p:txBody>
          <a:bodyPr anchor="t" rtlCol="false" tIns="0" lIns="0" bIns="0" rIns="0">
            <a:spAutoFit/>
          </a:bodyPr>
          <a:lstStyle/>
          <a:p>
            <a:pPr algn="ctr">
              <a:lnSpc>
                <a:spcPts val="8064"/>
              </a:lnSpc>
              <a:spcBef>
                <a:spcPct val="0"/>
              </a:spcBef>
            </a:pPr>
            <a:r>
              <a:rPr lang="en-US" b="true" sz="5760" spc="172">
                <a:solidFill>
                  <a:srgbClr val="37C9EF"/>
                </a:solidFill>
                <a:latin typeface="Aileron Bold"/>
                <a:ea typeface="Aileron Bold"/>
                <a:cs typeface="Aileron Bold"/>
                <a:sym typeface="Aileron Bold"/>
              </a:rPr>
              <a:t>Technology Used</a:t>
            </a:r>
          </a:p>
        </p:txBody>
      </p:sp>
      <p:grpSp>
        <p:nvGrpSpPr>
          <p:cNvPr name="Group 4" id="4"/>
          <p:cNvGrpSpPr/>
          <p:nvPr/>
        </p:nvGrpSpPr>
        <p:grpSpPr>
          <a:xfrm rot="5400000">
            <a:off x="1437573" y="2617588"/>
            <a:ext cx="659025" cy="576647"/>
            <a:chOff x="0" y="0"/>
            <a:chExt cx="812800" cy="711200"/>
          </a:xfrm>
        </p:grpSpPr>
        <p:sp>
          <p:nvSpPr>
            <p:cNvPr name="Freeform 5" id="5"/>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0CC0DF"/>
            </a:solidFill>
          </p:spPr>
        </p:sp>
        <p:sp>
          <p:nvSpPr>
            <p:cNvPr name="TextBox 6" id="6"/>
            <p:cNvSpPr txBox="true"/>
            <p:nvPr/>
          </p:nvSpPr>
          <p:spPr>
            <a:xfrm>
              <a:off x="127000" y="273050"/>
              <a:ext cx="558800" cy="387350"/>
            </a:xfrm>
            <a:prstGeom prst="rect">
              <a:avLst/>
            </a:prstGeom>
          </p:spPr>
          <p:txBody>
            <a:bodyPr anchor="ctr" rtlCol="false" tIns="50800" lIns="50800" bIns="50800" rIns="50800"/>
            <a:lstStyle/>
            <a:p>
              <a:pPr algn="ctr">
                <a:lnSpc>
                  <a:spcPts val="3299"/>
                </a:lnSpc>
              </a:pPr>
            </a:p>
          </p:txBody>
        </p:sp>
      </p:gr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8724531" y="1026758"/>
            <a:ext cx="4458918" cy="3811942"/>
            <a:chOff x="0" y="0"/>
            <a:chExt cx="5945224" cy="5082590"/>
          </a:xfrm>
        </p:grpSpPr>
        <p:grpSp>
          <p:nvGrpSpPr>
            <p:cNvPr name="Group 3" id="3"/>
            <p:cNvGrpSpPr/>
            <p:nvPr/>
          </p:nvGrpSpPr>
          <p:grpSpPr>
            <a:xfrm rot="0">
              <a:off x="0" y="0"/>
              <a:ext cx="5048671" cy="5082590"/>
              <a:chOff x="0" y="0"/>
              <a:chExt cx="997268" cy="1003968"/>
            </a:xfrm>
          </p:grpSpPr>
          <p:sp>
            <p:nvSpPr>
              <p:cNvPr name="Freeform 4" id="4"/>
              <p:cNvSpPr/>
              <p:nvPr/>
            </p:nvSpPr>
            <p:spPr>
              <a:xfrm flipH="false" flipV="false" rot="0">
                <a:off x="0" y="0"/>
                <a:ext cx="997268" cy="1003968"/>
              </a:xfrm>
              <a:custGeom>
                <a:avLst/>
                <a:gdLst/>
                <a:ahLst/>
                <a:cxnLst/>
                <a:rect r="r" b="b" t="t" l="l"/>
                <a:pathLst>
                  <a:path h="1003968" w="997268">
                    <a:moveTo>
                      <a:pt x="0" y="0"/>
                    </a:moveTo>
                    <a:lnTo>
                      <a:pt x="997268" y="0"/>
                    </a:lnTo>
                    <a:lnTo>
                      <a:pt x="997268" y="1003968"/>
                    </a:lnTo>
                    <a:lnTo>
                      <a:pt x="0" y="1003968"/>
                    </a:lnTo>
                    <a:close/>
                  </a:path>
                </a:pathLst>
              </a:custGeom>
              <a:solidFill>
                <a:srgbClr val="2C8CCB"/>
              </a:solidFill>
            </p:spPr>
          </p:sp>
          <p:sp>
            <p:nvSpPr>
              <p:cNvPr name="TextBox 5" id="5"/>
              <p:cNvSpPr txBox="true"/>
              <p:nvPr/>
            </p:nvSpPr>
            <p:spPr>
              <a:xfrm>
                <a:off x="0" y="-57150"/>
                <a:ext cx="997268" cy="1061118"/>
              </a:xfrm>
              <a:prstGeom prst="rect">
                <a:avLst/>
              </a:prstGeom>
            </p:spPr>
            <p:txBody>
              <a:bodyPr anchor="ctr" rtlCol="false" tIns="50800" lIns="50800" bIns="50800" rIns="50800"/>
              <a:lstStyle/>
              <a:p>
                <a:pPr algn="ctr">
                  <a:lnSpc>
                    <a:spcPts val="3299"/>
                  </a:lnSpc>
                </a:pPr>
              </a:p>
            </p:txBody>
          </p:sp>
        </p:grpSp>
        <p:grpSp>
          <p:nvGrpSpPr>
            <p:cNvPr name="Group 6" id="6"/>
            <p:cNvGrpSpPr/>
            <p:nvPr/>
          </p:nvGrpSpPr>
          <p:grpSpPr>
            <a:xfrm rot="5400000">
              <a:off x="4496162" y="2086668"/>
              <a:ext cx="1988871" cy="909253"/>
              <a:chOff x="0" y="0"/>
              <a:chExt cx="812800" cy="371588"/>
            </a:xfrm>
          </p:grpSpPr>
          <p:sp>
            <p:nvSpPr>
              <p:cNvPr name="Freeform 7" id="7"/>
              <p:cNvSpPr/>
              <p:nvPr/>
            </p:nvSpPr>
            <p:spPr>
              <a:xfrm flipH="false" flipV="false" rot="0">
                <a:off x="0" y="0"/>
                <a:ext cx="812800" cy="371588"/>
              </a:xfrm>
              <a:custGeom>
                <a:avLst/>
                <a:gdLst/>
                <a:ahLst/>
                <a:cxnLst/>
                <a:rect r="r" b="b" t="t" l="l"/>
                <a:pathLst>
                  <a:path h="371588" w="812800">
                    <a:moveTo>
                      <a:pt x="406400" y="0"/>
                    </a:moveTo>
                    <a:lnTo>
                      <a:pt x="812800" y="371588"/>
                    </a:lnTo>
                    <a:lnTo>
                      <a:pt x="0" y="371588"/>
                    </a:lnTo>
                    <a:lnTo>
                      <a:pt x="406400" y="0"/>
                    </a:lnTo>
                    <a:close/>
                  </a:path>
                </a:pathLst>
              </a:custGeom>
              <a:solidFill>
                <a:srgbClr val="2C8CCB"/>
              </a:solidFill>
            </p:spPr>
          </p:sp>
          <p:sp>
            <p:nvSpPr>
              <p:cNvPr name="TextBox 8" id="8"/>
              <p:cNvSpPr txBox="true"/>
              <p:nvPr/>
            </p:nvSpPr>
            <p:spPr>
              <a:xfrm>
                <a:off x="127000" y="115373"/>
                <a:ext cx="558800" cy="229673"/>
              </a:xfrm>
              <a:prstGeom prst="rect">
                <a:avLst/>
              </a:prstGeom>
            </p:spPr>
            <p:txBody>
              <a:bodyPr anchor="ctr" rtlCol="false" tIns="50800" lIns="50800" bIns="50800" rIns="50800"/>
              <a:lstStyle/>
              <a:p>
                <a:pPr algn="ctr">
                  <a:lnSpc>
                    <a:spcPts val="3299"/>
                  </a:lnSpc>
                </a:pPr>
              </a:p>
            </p:txBody>
          </p:sp>
        </p:grpSp>
      </p:grpSp>
      <p:grpSp>
        <p:nvGrpSpPr>
          <p:cNvPr name="Group 9" id="9"/>
          <p:cNvGrpSpPr/>
          <p:nvPr/>
        </p:nvGrpSpPr>
        <p:grpSpPr>
          <a:xfrm rot="-10800000">
            <a:off x="12553646" y="5530230"/>
            <a:ext cx="4458918" cy="3811942"/>
            <a:chOff x="0" y="0"/>
            <a:chExt cx="5945224" cy="5082590"/>
          </a:xfrm>
        </p:grpSpPr>
        <p:grpSp>
          <p:nvGrpSpPr>
            <p:cNvPr name="Group 10" id="10"/>
            <p:cNvGrpSpPr/>
            <p:nvPr/>
          </p:nvGrpSpPr>
          <p:grpSpPr>
            <a:xfrm rot="0">
              <a:off x="0" y="0"/>
              <a:ext cx="5048671" cy="5082590"/>
              <a:chOff x="0" y="0"/>
              <a:chExt cx="997268" cy="1003968"/>
            </a:xfrm>
          </p:grpSpPr>
          <p:sp>
            <p:nvSpPr>
              <p:cNvPr name="Freeform 11" id="11"/>
              <p:cNvSpPr/>
              <p:nvPr/>
            </p:nvSpPr>
            <p:spPr>
              <a:xfrm flipH="false" flipV="false" rot="0">
                <a:off x="0" y="0"/>
                <a:ext cx="997268" cy="1003968"/>
              </a:xfrm>
              <a:custGeom>
                <a:avLst/>
                <a:gdLst/>
                <a:ahLst/>
                <a:cxnLst/>
                <a:rect r="r" b="b" t="t" l="l"/>
                <a:pathLst>
                  <a:path h="1003968" w="997268">
                    <a:moveTo>
                      <a:pt x="0" y="0"/>
                    </a:moveTo>
                    <a:lnTo>
                      <a:pt x="997268" y="0"/>
                    </a:lnTo>
                    <a:lnTo>
                      <a:pt x="997268" y="1003968"/>
                    </a:lnTo>
                    <a:lnTo>
                      <a:pt x="0" y="1003968"/>
                    </a:lnTo>
                    <a:close/>
                  </a:path>
                </a:pathLst>
              </a:custGeom>
              <a:solidFill>
                <a:srgbClr val="3CBDBB"/>
              </a:solidFill>
            </p:spPr>
          </p:sp>
          <p:sp>
            <p:nvSpPr>
              <p:cNvPr name="TextBox 12" id="12"/>
              <p:cNvSpPr txBox="true"/>
              <p:nvPr/>
            </p:nvSpPr>
            <p:spPr>
              <a:xfrm>
                <a:off x="0" y="-57150"/>
                <a:ext cx="997268" cy="1061118"/>
              </a:xfrm>
              <a:prstGeom prst="rect">
                <a:avLst/>
              </a:prstGeom>
            </p:spPr>
            <p:txBody>
              <a:bodyPr anchor="ctr" rtlCol="false" tIns="50800" lIns="50800" bIns="50800" rIns="50800"/>
              <a:lstStyle/>
              <a:p>
                <a:pPr algn="ctr">
                  <a:lnSpc>
                    <a:spcPts val="3299"/>
                  </a:lnSpc>
                </a:pPr>
              </a:p>
            </p:txBody>
          </p:sp>
        </p:grpSp>
        <p:grpSp>
          <p:nvGrpSpPr>
            <p:cNvPr name="Group 13" id="13"/>
            <p:cNvGrpSpPr/>
            <p:nvPr/>
          </p:nvGrpSpPr>
          <p:grpSpPr>
            <a:xfrm rot="5400000">
              <a:off x="4496162" y="2086668"/>
              <a:ext cx="1988871" cy="909253"/>
              <a:chOff x="0" y="0"/>
              <a:chExt cx="812800" cy="371588"/>
            </a:xfrm>
          </p:grpSpPr>
          <p:sp>
            <p:nvSpPr>
              <p:cNvPr name="Freeform 14" id="14"/>
              <p:cNvSpPr/>
              <p:nvPr/>
            </p:nvSpPr>
            <p:spPr>
              <a:xfrm flipH="false" flipV="false" rot="0">
                <a:off x="0" y="0"/>
                <a:ext cx="812800" cy="371588"/>
              </a:xfrm>
              <a:custGeom>
                <a:avLst/>
                <a:gdLst/>
                <a:ahLst/>
                <a:cxnLst/>
                <a:rect r="r" b="b" t="t" l="l"/>
                <a:pathLst>
                  <a:path h="371588" w="812800">
                    <a:moveTo>
                      <a:pt x="406400" y="0"/>
                    </a:moveTo>
                    <a:lnTo>
                      <a:pt x="812800" y="371588"/>
                    </a:lnTo>
                    <a:lnTo>
                      <a:pt x="0" y="371588"/>
                    </a:lnTo>
                    <a:lnTo>
                      <a:pt x="406400" y="0"/>
                    </a:lnTo>
                    <a:close/>
                  </a:path>
                </a:pathLst>
              </a:custGeom>
              <a:solidFill>
                <a:srgbClr val="3CBDBB"/>
              </a:solidFill>
            </p:spPr>
          </p:sp>
          <p:sp>
            <p:nvSpPr>
              <p:cNvPr name="TextBox 15" id="15"/>
              <p:cNvSpPr txBox="true"/>
              <p:nvPr/>
            </p:nvSpPr>
            <p:spPr>
              <a:xfrm>
                <a:off x="127000" y="115373"/>
                <a:ext cx="558800" cy="229673"/>
              </a:xfrm>
              <a:prstGeom prst="rect">
                <a:avLst/>
              </a:prstGeom>
            </p:spPr>
            <p:txBody>
              <a:bodyPr anchor="ctr" rtlCol="false" tIns="50800" lIns="50800" bIns="50800" rIns="50800"/>
              <a:lstStyle/>
              <a:p>
                <a:pPr algn="ctr">
                  <a:lnSpc>
                    <a:spcPts val="3299"/>
                  </a:lnSpc>
                </a:pPr>
              </a:p>
            </p:txBody>
          </p:sp>
        </p:grpSp>
      </p:grpSp>
      <p:grpSp>
        <p:nvGrpSpPr>
          <p:cNvPr name="Group 16" id="16"/>
          <p:cNvGrpSpPr/>
          <p:nvPr/>
        </p:nvGrpSpPr>
        <p:grpSpPr>
          <a:xfrm rot="5400000">
            <a:off x="12877134" y="1350246"/>
            <a:ext cx="4458918" cy="3811942"/>
            <a:chOff x="0" y="0"/>
            <a:chExt cx="5945224" cy="5082590"/>
          </a:xfrm>
        </p:grpSpPr>
        <p:grpSp>
          <p:nvGrpSpPr>
            <p:cNvPr name="Group 17" id="17"/>
            <p:cNvGrpSpPr/>
            <p:nvPr/>
          </p:nvGrpSpPr>
          <p:grpSpPr>
            <a:xfrm rot="0">
              <a:off x="0" y="0"/>
              <a:ext cx="5048671" cy="5082590"/>
              <a:chOff x="0" y="0"/>
              <a:chExt cx="997268" cy="1003968"/>
            </a:xfrm>
          </p:grpSpPr>
          <p:sp>
            <p:nvSpPr>
              <p:cNvPr name="Freeform 18" id="18"/>
              <p:cNvSpPr/>
              <p:nvPr/>
            </p:nvSpPr>
            <p:spPr>
              <a:xfrm flipH="false" flipV="false" rot="0">
                <a:off x="0" y="0"/>
                <a:ext cx="997268" cy="1003968"/>
              </a:xfrm>
              <a:custGeom>
                <a:avLst/>
                <a:gdLst/>
                <a:ahLst/>
                <a:cxnLst/>
                <a:rect r="r" b="b" t="t" l="l"/>
                <a:pathLst>
                  <a:path h="1003968" w="997268">
                    <a:moveTo>
                      <a:pt x="0" y="0"/>
                    </a:moveTo>
                    <a:lnTo>
                      <a:pt x="997268" y="0"/>
                    </a:lnTo>
                    <a:lnTo>
                      <a:pt x="997268" y="1003968"/>
                    </a:lnTo>
                    <a:lnTo>
                      <a:pt x="0" y="1003968"/>
                    </a:lnTo>
                    <a:close/>
                  </a:path>
                </a:pathLst>
              </a:custGeom>
              <a:solidFill>
                <a:srgbClr val="36B7DA"/>
              </a:solidFill>
            </p:spPr>
          </p:sp>
          <p:sp>
            <p:nvSpPr>
              <p:cNvPr name="TextBox 19" id="19"/>
              <p:cNvSpPr txBox="true"/>
              <p:nvPr/>
            </p:nvSpPr>
            <p:spPr>
              <a:xfrm>
                <a:off x="0" y="-57150"/>
                <a:ext cx="997268" cy="1061118"/>
              </a:xfrm>
              <a:prstGeom prst="rect">
                <a:avLst/>
              </a:prstGeom>
            </p:spPr>
            <p:txBody>
              <a:bodyPr anchor="ctr" rtlCol="false" tIns="50800" lIns="50800" bIns="50800" rIns="50800"/>
              <a:lstStyle/>
              <a:p>
                <a:pPr algn="ctr">
                  <a:lnSpc>
                    <a:spcPts val="3299"/>
                  </a:lnSpc>
                </a:pPr>
              </a:p>
            </p:txBody>
          </p:sp>
        </p:grpSp>
        <p:grpSp>
          <p:nvGrpSpPr>
            <p:cNvPr name="Group 20" id="20"/>
            <p:cNvGrpSpPr/>
            <p:nvPr/>
          </p:nvGrpSpPr>
          <p:grpSpPr>
            <a:xfrm rot="5400000">
              <a:off x="4496162" y="2086668"/>
              <a:ext cx="1988871" cy="909253"/>
              <a:chOff x="0" y="0"/>
              <a:chExt cx="812800" cy="371588"/>
            </a:xfrm>
          </p:grpSpPr>
          <p:sp>
            <p:nvSpPr>
              <p:cNvPr name="Freeform 21" id="21"/>
              <p:cNvSpPr/>
              <p:nvPr/>
            </p:nvSpPr>
            <p:spPr>
              <a:xfrm flipH="false" flipV="false" rot="0">
                <a:off x="0" y="0"/>
                <a:ext cx="812800" cy="371588"/>
              </a:xfrm>
              <a:custGeom>
                <a:avLst/>
                <a:gdLst/>
                <a:ahLst/>
                <a:cxnLst/>
                <a:rect r="r" b="b" t="t" l="l"/>
                <a:pathLst>
                  <a:path h="371588" w="812800">
                    <a:moveTo>
                      <a:pt x="406400" y="0"/>
                    </a:moveTo>
                    <a:lnTo>
                      <a:pt x="812800" y="371588"/>
                    </a:lnTo>
                    <a:lnTo>
                      <a:pt x="0" y="371588"/>
                    </a:lnTo>
                    <a:lnTo>
                      <a:pt x="406400" y="0"/>
                    </a:lnTo>
                    <a:close/>
                  </a:path>
                </a:pathLst>
              </a:custGeom>
              <a:solidFill>
                <a:srgbClr val="36B7DA"/>
              </a:solidFill>
            </p:spPr>
          </p:sp>
          <p:sp>
            <p:nvSpPr>
              <p:cNvPr name="TextBox 22" id="22"/>
              <p:cNvSpPr txBox="true"/>
              <p:nvPr/>
            </p:nvSpPr>
            <p:spPr>
              <a:xfrm>
                <a:off x="127000" y="115373"/>
                <a:ext cx="558800" cy="229673"/>
              </a:xfrm>
              <a:prstGeom prst="rect">
                <a:avLst/>
              </a:prstGeom>
            </p:spPr>
            <p:txBody>
              <a:bodyPr anchor="ctr" rtlCol="false" tIns="50800" lIns="50800" bIns="50800" rIns="50800"/>
              <a:lstStyle/>
              <a:p>
                <a:pPr algn="ctr">
                  <a:lnSpc>
                    <a:spcPts val="3299"/>
                  </a:lnSpc>
                </a:pPr>
              </a:p>
            </p:txBody>
          </p:sp>
        </p:grpSp>
      </p:grpSp>
      <p:grpSp>
        <p:nvGrpSpPr>
          <p:cNvPr name="Group 23" id="23"/>
          <p:cNvGrpSpPr/>
          <p:nvPr/>
        </p:nvGrpSpPr>
        <p:grpSpPr>
          <a:xfrm rot="0">
            <a:off x="4223000" y="5485676"/>
            <a:ext cx="3786503" cy="3856497"/>
            <a:chOff x="0" y="0"/>
            <a:chExt cx="997268" cy="1015703"/>
          </a:xfrm>
        </p:grpSpPr>
        <p:sp>
          <p:nvSpPr>
            <p:cNvPr name="Freeform 24" id="24"/>
            <p:cNvSpPr/>
            <p:nvPr/>
          </p:nvSpPr>
          <p:spPr>
            <a:xfrm flipH="false" flipV="false" rot="0">
              <a:off x="0" y="0"/>
              <a:ext cx="997268" cy="1015703"/>
            </a:xfrm>
            <a:custGeom>
              <a:avLst/>
              <a:gdLst/>
              <a:ahLst/>
              <a:cxnLst/>
              <a:rect r="r" b="b" t="t" l="l"/>
              <a:pathLst>
                <a:path h="1015703" w="997268">
                  <a:moveTo>
                    <a:pt x="0" y="0"/>
                  </a:moveTo>
                  <a:lnTo>
                    <a:pt x="997268" y="0"/>
                  </a:lnTo>
                  <a:lnTo>
                    <a:pt x="997268" y="1015703"/>
                  </a:lnTo>
                  <a:lnTo>
                    <a:pt x="0" y="1015703"/>
                  </a:lnTo>
                  <a:close/>
                </a:path>
              </a:pathLst>
            </a:custGeom>
            <a:solidFill>
              <a:srgbClr val="2C92D5"/>
            </a:solidFill>
          </p:spPr>
        </p:sp>
        <p:sp>
          <p:nvSpPr>
            <p:cNvPr name="TextBox 25" id="25"/>
            <p:cNvSpPr txBox="true"/>
            <p:nvPr/>
          </p:nvSpPr>
          <p:spPr>
            <a:xfrm>
              <a:off x="0" y="-57150"/>
              <a:ext cx="997268" cy="1072853"/>
            </a:xfrm>
            <a:prstGeom prst="rect">
              <a:avLst/>
            </a:prstGeom>
          </p:spPr>
          <p:txBody>
            <a:bodyPr anchor="ctr" rtlCol="false" tIns="50800" lIns="50800" bIns="50800" rIns="50800"/>
            <a:lstStyle/>
            <a:p>
              <a:pPr algn="ctr">
                <a:lnSpc>
                  <a:spcPts val="3299"/>
                </a:lnSpc>
              </a:pPr>
            </a:p>
          </p:txBody>
        </p:sp>
      </p:grpSp>
      <p:grpSp>
        <p:nvGrpSpPr>
          <p:cNvPr name="Group 26" id="26"/>
          <p:cNvGrpSpPr/>
          <p:nvPr/>
        </p:nvGrpSpPr>
        <p:grpSpPr>
          <a:xfrm rot="0">
            <a:off x="0" y="1026758"/>
            <a:ext cx="8009503" cy="3811942"/>
            <a:chOff x="0" y="0"/>
            <a:chExt cx="2109499" cy="1003968"/>
          </a:xfrm>
        </p:grpSpPr>
        <p:sp>
          <p:nvSpPr>
            <p:cNvPr name="Freeform 27" id="27"/>
            <p:cNvSpPr/>
            <p:nvPr/>
          </p:nvSpPr>
          <p:spPr>
            <a:xfrm flipH="false" flipV="false" rot="0">
              <a:off x="0" y="0"/>
              <a:ext cx="2109499" cy="1003968"/>
            </a:xfrm>
            <a:custGeom>
              <a:avLst/>
              <a:gdLst/>
              <a:ahLst/>
              <a:cxnLst/>
              <a:rect r="r" b="b" t="t" l="l"/>
              <a:pathLst>
                <a:path h="1003968" w="2109499">
                  <a:moveTo>
                    <a:pt x="0" y="0"/>
                  </a:moveTo>
                  <a:lnTo>
                    <a:pt x="2109499" y="0"/>
                  </a:lnTo>
                  <a:lnTo>
                    <a:pt x="2109499" y="1003968"/>
                  </a:lnTo>
                  <a:lnTo>
                    <a:pt x="0" y="1003968"/>
                  </a:lnTo>
                  <a:close/>
                </a:path>
              </a:pathLst>
            </a:custGeom>
            <a:solidFill>
              <a:srgbClr val="13538A"/>
            </a:solidFill>
          </p:spPr>
        </p:sp>
        <p:sp>
          <p:nvSpPr>
            <p:cNvPr name="TextBox 28" id="28"/>
            <p:cNvSpPr txBox="true"/>
            <p:nvPr/>
          </p:nvSpPr>
          <p:spPr>
            <a:xfrm>
              <a:off x="0" y="-57150"/>
              <a:ext cx="2109499" cy="1061118"/>
            </a:xfrm>
            <a:prstGeom prst="rect">
              <a:avLst/>
            </a:prstGeom>
          </p:spPr>
          <p:txBody>
            <a:bodyPr anchor="ctr" rtlCol="false" tIns="50800" lIns="50800" bIns="50800" rIns="50800"/>
            <a:lstStyle/>
            <a:p>
              <a:pPr algn="ctr">
                <a:lnSpc>
                  <a:spcPts val="3299"/>
                </a:lnSpc>
              </a:pPr>
            </a:p>
          </p:txBody>
        </p:sp>
      </p:grpSp>
      <p:grpSp>
        <p:nvGrpSpPr>
          <p:cNvPr name="Group 29" id="29"/>
          <p:cNvGrpSpPr/>
          <p:nvPr/>
        </p:nvGrpSpPr>
        <p:grpSpPr>
          <a:xfrm rot="0">
            <a:off x="13714094" y="2019961"/>
            <a:ext cx="3088025" cy="1825535"/>
            <a:chOff x="0" y="0"/>
            <a:chExt cx="4117366" cy="2434047"/>
          </a:xfrm>
        </p:grpSpPr>
        <p:sp>
          <p:nvSpPr>
            <p:cNvPr name="TextBox 30" id="30"/>
            <p:cNvSpPr txBox="true"/>
            <p:nvPr/>
          </p:nvSpPr>
          <p:spPr>
            <a:xfrm rot="0">
              <a:off x="0" y="0"/>
              <a:ext cx="4117366" cy="673100"/>
            </a:xfrm>
            <a:prstGeom prst="rect">
              <a:avLst/>
            </a:prstGeom>
          </p:spPr>
          <p:txBody>
            <a:bodyPr anchor="t" rtlCol="false" tIns="0" lIns="0" bIns="0" rIns="0">
              <a:spAutoFit/>
            </a:bodyPr>
            <a:lstStyle/>
            <a:p>
              <a:pPr algn="ctr">
                <a:lnSpc>
                  <a:spcPts val="3997"/>
                </a:lnSpc>
              </a:pPr>
              <a:r>
                <a:rPr lang="en-US" b="true" sz="3331" spc="333">
                  <a:solidFill>
                    <a:srgbClr val="191919"/>
                  </a:solidFill>
                  <a:latin typeface="Aileron Bold"/>
                  <a:ea typeface="Aileron Bold"/>
                  <a:cs typeface="Aileron Bold"/>
                  <a:sym typeface="Aileron Bold"/>
                </a:rPr>
                <a:t>2</a:t>
              </a:r>
            </a:p>
          </p:txBody>
        </p:sp>
        <p:sp>
          <p:nvSpPr>
            <p:cNvPr name="TextBox 31" id="31"/>
            <p:cNvSpPr txBox="true"/>
            <p:nvPr/>
          </p:nvSpPr>
          <p:spPr>
            <a:xfrm rot="0">
              <a:off x="0" y="810981"/>
              <a:ext cx="4117366" cy="1623066"/>
            </a:xfrm>
            <a:prstGeom prst="rect">
              <a:avLst/>
            </a:prstGeom>
          </p:spPr>
          <p:txBody>
            <a:bodyPr anchor="t" rtlCol="false" tIns="0" lIns="0" bIns="0" rIns="0">
              <a:spAutoFit/>
            </a:bodyPr>
            <a:lstStyle/>
            <a:p>
              <a:pPr algn="ctr">
                <a:lnSpc>
                  <a:spcPts val="4961"/>
                </a:lnSpc>
              </a:pPr>
              <a:r>
                <a:rPr lang="en-US" sz="3543" spc="70">
                  <a:solidFill>
                    <a:srgbClr val="191919"/>
                  </a:solidFill>
                  <a:latin typeface="Aileron"/>
                  <a:ea typeface="Aileron"/>
                  <a:cs typeface="Aileron"/>
                  <a:sym typeface="Aileron"/>
                </a:rPr>
                <a:t>Cost-Effective &amp; Scalable</a:t>
              </a:r>
            </a:p>
          </p:txBody>
        </p:sp>
      </p:grpSp>
      <p:grpSp>
        <p:nvGrpSpPr>
          <p:cNvPr name="Group 32" id="32"/>
          <p:cNvGrpSpPr/>
          <p:nvPr/>
        </p:nvGrpSpPr>
        <p:grpSpPr>
          <a:xfrm rot="0">
            <a:off x="13562581" y="6711982"/>
            <a:ext cx="3088025" cy="1701408"/>
            <a:chOff x="0" y="0"/>
            <a:chExt cx="4117366" cy="2268544"/>
          </a:xfrm>
        </p:grpSpPr>
        <p:sp>
          <p:nvSpPr>
            <p:cNvPr name="TextBox 33" id="33"/>
            <p:cNvSpPr txBox="true"/>
            <p:nvPr/>
          </p:nvSpPr>
          <p:spPr>
            <a:xfrm rot="0">
              <a:off x="0" y="0"/>
              <a:ext cx="4117366" cy="565842"/>
            </a:xfrm>
            <a:prstGeom prst="rect">
              <a:avLst/>
            </a:prstGeom>
          </p:spPr>
          <p:txBody>
            <a:bodyPr anchor="t" rtlCol="false" tIns="0" lIns="0" bIns="0" rIns="0">
              <a:spAutoFit/>
            </a:bodyPr>
            <a:lstStyle/>
            <a:p>
              <a:pPr algn="ctr">
                <a:lnSpc>
                  <a:spcPts val="3359"/>
                </a:lnSpc>
              </a:pPr>
              <a:r>
                <a:rPr lang="en-US" b="true" sz="2799" spc="279">
                  <a:solidFill>
                    <a:srgbClr val="191919"/>
                  </a:solidFill>
                  <a:latin typeface="Aileron Bold"/>
                  <a:ea typeface="Aileron Bold"/>
                  <a:cs typeface="Aileron Bold"/>
                  <a:sym typeface="Aileron Bold"/>
                </a:rPr>
                <a:t>3</a:t>
              </a:r>
            </a:p>
          </p:txBody>
        </p:sp>
        <p:sp>
          <p:nvSpPr>
            <p:cNvPr name="TextBox 34" id="34"/>
            <p:cNvSpPr txBox="true"/>
            <p:nvPr/>
          </p:nvSpPr>
          <p:spPr>
            <a:xfrm rot="0">
              <a:off x="0" y="707290"/>
              <a:ext cx="4117366" cy="1561254"/>
            </a:xfrm>
            <a:prstGeom prst="rect">
              <a:avLst/>
            </a:prstGeom>
          </p:spPr>
          <p:txBody>
            <a:bodyPr anchor="t" rtlCol="false" tIns="0" lIns="0" bIns="0" rIns="0">
              <a:spAutoFit/>
            </a:bodyPr>
            <a:lstStyle/>
            <a:p>
              <a:pPr algn="ctr">
                <a:lnSpc>
                  <a:spcPts val="4759"/>
                </a:lnSpc>
              </a:pPr>
              <a:r>
                <a:rPr lang="en-US" sz="3399" spc="67">
                  <a:solidFill>
                    <a:srgbClr val="191919"/>
                  </a:solidFill>
                  <a:latin typeface="Aileron"/>
                  <a:ea typeface="Aileron"/>
                  <a:cs typeface="Aileron"/>
                  <a:sym typeface="Aileron"/>
                </a:rPr>
                <a:t>Real-Time Interaction</a:t>
              </a:r>
            </a:p>
          </p:txBody>
        </p:sp>
      </p:grpSp>
      <p:grpSp>
        <p:nvGrpSpPr>
          <p:cNvPr name="Group 35" id="35"/>
          <p:cNvGrpSpPr/>
          <p:nvPr/>
        </p:nvGrpSpPr>
        <p:grpSpPr>
          <a:xfrm rot="-10800000">
            <a:off x="8094728" y="5530230"/>
            <a:ext cx="4458918" cy="3811942"/>
            <a:chOff x="0" y="0"/>
            <a:chExt cx="5945224" cy="5082590"/>
          </a:xfrm>
        </p:grpSpPr>
        <p:grpSp>
          <p:nvGrpSpPr>
            <p:cNvPr name="Group 36" id="36"/>
            <p:cNvGrpSpPr/>
            <p:nvPr/>
          </p:nvGrpSpPr>
          <p:grpSpPr>
            <a:xfrm rot="0">
              <a:off x="0" y="0"/>
              <a:ext cx="5048671" cy="5082590"/>
              <a:chOff x="0" y="0"/>
              <a:chExt cx="997268" cy="1003968"/>
            </a:xfrm>
          </p:grpSpPr>
          <p:sp>
            <p:nvSpPr>
              <p:cNvPr name="Freeform 37" id="37"/>
              <p:cNvSpPr/>
              <p:nvPr/>
            </p:nvSpPr>
            <p:spPr>
              <a:xfrm flipH="false" flipV="false" rot="0">
                <a:off x="0" y="0"/>
                <a:ext cx="997268" cy="1003968"/>
              </a:xfrm>
              <a:custGeom>
                <a:avLst/>
                <a:gdLst/>
                <a:ahLst/>
                <a:cxnLst/>
                <a:rect r="r" b="b" t="t" l="l"/>
                <a:pathLst>
                  <a:path h="1003968" w="997268">
                    <a:moveTo>
                      <a:pt x="0" y="0"/>
                    </a:moveTo>
                    <a:lnTo>
                      <a:pt x="997268" y="0"/>
                    </a:lnTo>
                    <a:lnTo>
                      <a:pt x="997268" y="1003968"/>
                    </a:lnTo>
                    <a:lnTo>
                      <a:pt x="0" y="1003968"/>
                    </a:lnTo>
                    <a:close/>
                  </a:path>
                </a:pathLst>
              </a:custGeom>
              <a:solidFill>
                <a:srgbClr val="80CDCC"/>
              </a:solidFill>
            </p:spPr>
          </p:sp>
          <p:sp>
            <p:nvSpPr>
              <p:cNvPr name="TextBox 38" id="38"/>
              <p:cNvSpPr txBox="true"/>
              <p:nvPr/>
            </p:nvSpPr>
            <p:spPr>
              <a:xfrm>
                <a:off x="0" y="-57150"/>
                <a:ext cx="997268" cy="1061118"/>
              </a:xfrm>
              <a:prstGeom prst="rect">
                <a:avLst/>
              </a:prstGeom>
            </p:spPr>
            <p:txBody>
              <a:bodyPr anchor="ctr" rtlCol="false" tIns="50800" lIns="50800" bIns="50800" rIns="50800"/>
              <a:lstStyle/>
              <a:p>
                <a:pPr algn="ctr">
                  <a:lnSpc>
                    <a:spcPts val="3299"/>
                  </a:lnSpc>
                </a:pPr>
              </a:p>
            </p:txBody>
          </p:sp>
        </p:grpSp>
        <p:grpSp>
          <p:nvGrpSpPr>
            <p:cNvPr name="Group 39" id="39"/>
            <p:cNvGrpSpPr/>
            <p:nvPr/>
          </p:nvGrpSpPr>
          <p:grpSpPr>
            <a:xfrm rot="5400000">
              <a:off x="4496162" y="2086668"/>
              <a:ext cx="1988871" cy="909253"/>
              <a:chOff x="0" y="0"/>
              <a:chExt cx="812800" cy="371588"/>
            </a:xfrm>
          </p:grpSpPr>
          <p:sp>
            <p:nvSpPr>
              <p:cNvPr name="Freeform 40" id="40"/>
              <p:cNvSpPr/>
              <p:nvPr/>
            </p:nvSpPr>
            <p:spPr>
              <a:xfrm flipH="false" flipV="false" rot="0">
                <a:off x="0" y="0"/>
                <a:ext cx="812800" cy="371588"/>
              </a:xfrm>
              <a:custGeom>
                <a:avLst/>
                <a:gdLst/>
                <a:ahLst/>
                <a:cxnLst/>
                <a:rect r="r" b="b" t="t" l="l"/>
                <a:pathLst>
                  <a:path h="371588" w="812800">
                    <a:moveTo>
                      <a:pt x="406400" y="0"/>
                    </a:moveTo>
                    <a:lnTo>
                      <a:pt x="812800" y="371588"/>
                    </a:lnTo>
                    <a:lnTo>
                      <a:pt x="0" y="371588"/>
                    </a:lnTo>
                    <a:lnTo>
                      <a:pt x="406400" y="0"/>
                    </a:lnTo>
                    <a:close/>
                  </a:path>
                </a:pathLst>
              </a:custGeom>
              <a:solidFill>
                <a:srgbClr val="80CDCC"/>
              </a:solidFill>
            </p:spPr>
          </p:sp>
          <p:sp>
            <p:nvSpPr>
              <p:cNvPr name="TextBox 41" id="41"/>
              <p:cNvSpPr txBox="true"/>
              <p:nvPr/>
            </p:nvSpPr>
            <p:spPr>
              <a:xfrm>
                <a:off x="127000" y="115373"/>
                <a:ext cx="558800" cy="229673"/>
              </a:xfrm>
              <a:prstGeom prst="rect">
                <a:avLst/>
              </a:prstGeom>
            </p:spPr>
            <p:txBody>
              <a:bodyPr anchor="ctr" rtlCol="false" tIns="50800" lIns="50800" bIns="50800" rIns="50800"/>
              <a:lstStyle/>
              <a:p>
                <a:pPr algn="ctr">
                  <a:lnSpc>
                    <a:spcPts val="3299"/>
                  </a:lnSpc>
                </a:pPr>
              </a:p>
            </p:txBody>
          </p:sp>
        </p:grpSp>
      </p:grpSp>
      <p:grpSp>
        <p:nvGrpSpPr>
          <p:cNvPr name="Group 42" id="42"/>
          <p:cNvGrpSpPr/>
          <p:nvPr/>
        </p:nvGrpSpPr>
        <p:grpSpPr>
          <a:xfrm rot="0">
            <a:off x="9064245" y="6655250"/>
            <a:ext cx="3088025" cy="1779311"/>
            <a:chOff x="0" y="0"/>
            <a:chExt cx="4117366" cy="2372415"/>
          </a:xfrm>
        </p:grpSpPr>
        <p:sp>
          <p:nvSpPr>
            <p:cNvPr name="TextBox 43" id="43"/>
            <p:cNvSpPr txBox="true"/>
            <p:nvPr/>
          </p:nvSpPr>
          <p:spPr>
            <a:xfrm rot="0">
              <a:off x="0" y="0"/>
              <a:ext cx="4117366" cy="622300"/>
            </a:xfrm>
            <a:prstGeom prst="rect">
              <a:avLst/>
            </a:prstGeom>
          </p:spPr>
          <p:txBody>
            <a:bodyPr anchor="t" rtlCol="false" tIns="0" lIns="0" bIns="0" rIns="0">
              <a:spAutoFit/>
            </a:bodyPr>
            <a:lstStyle/>
            <a:p>
              <a:pPr algn="ctr">
                <a:lnSpc>
                  <a:spcPts val="3719"/>
                </a:lnSpc>
              </a:pPr>
              <a:r>
                <a:rPr lang="en-US" b="true" sz="3099" spc="309">
                  <a:solidFill>
                    <a:srgbClr val="191919"/>
                  </a:solidFill>
                  <a:latin typeface="Aileron Bold"/>
                  <a:ea typeface="Aileron Bold"/>
                  <a:cs typeface="Aileron Bold"/>
                  <a:sym typeface="Aileron Bold"/>
                </a:rPr>
                <a:t>4</a:t>
              </a:r>
            </a:p>
          </p:txBody>
        </p:sp>
        <p:sp>
          <p:nvSpPr>
            <p:cNvPr name="TextBox 44" id="44"/>
            <p:cNvSpPr txBox="true"/>
            <p:nvPr/>
          </p:nvSpPr>
          <p:spPr>
            <a:xfrm rot="0">
              <a:off x="0" y="773273"/>
              <a:ext cx="4117366" cy="1599142"/>
            </a:xfrm>
            <a:prstGeom prst="rect">
              <a:avLst/>
            </a:prstGeom>
          </p:spPr>
          <p:txBody>
            <a:bodyPr anchor="t" rtlCol="false" tIns="0" lIns="0" bIns="0" rIns="0">
              <a:spAutoFit/>
            </a:bodyPr>
            <a:lstStyle/>
            <a:p>
              <a:pPr algn="ctr">
                <a:lnSpc>
                  <a:spcPts val="4899"/>
                </a:lnSpc>
              </a:pPr>
              <a:r>
                <a:rPr lang="en-US" sz="3499" spc="69">
                  <a:solidFill>
                    <a:srgbClr val="191919"/>
                  </a:solidFill>
                  <a:latin typeface="Aileron"/>
                  <a:ea typeface="Aileron"/>
                  <a:cs typeface="Aileron"/>
                  <a:sym typeface="Aileron"/>
                </a:rPr>
                <a:t>Routine Automation</a:t>
              </a:r>
            </a:p>
          </p:txBody>
        </p:sp>
      </p:grpSp>
      <p:grpSp>
        <p:nvGrpSpPr>
          <p:cNvPr name="Group 45" id="45"/>
          <p:cNvGrpSpPr/>
          <p:nvPr/>
        </p:nvGrpSpPr>
        <p:grpSpPr>
          <a:xfrm rot="0">
            <a:off x="4572239" y="6479184"/>
            <a:ext cx="3088025" cy="1869482"/>
            <a:chOff x="0" y="0"/>
            <a:chExt cx="4117366" cy="2492642"/>
          </a:xfrm>
        </p:grpSpPr>
        <p:sp>
          <p:nvSpPr>
            <p:cNvPr name="TextBox 46" id="46"/>
            <p:cNvSpPr txBox="true"/>
            <p:nvPr/>
          </p:nvSpPr>
          <p:spPr>
            <a:xfrm rot="0">
              <a:off x="0" y="0"/>
              <a:ext cx="4117366" cy="647700"/>
            </a:xfrm>
            <a:prstGeom prst="rect">
              <a:avLst/>
            </a:prstGeom>
          </p:spPr>
          <p:txBody>
            <a:bodyPr anchor="t" rtlCol="false" tIns="0" lIns="0" bIns="0" rIns="0">
              <a:spAutoFit/>
            </a:bodyPr>
            <a:lstStyle/>
            <a:p>
              <a:pPr algn="ctr">
                <a:lnSpc>
                  <a:spcPts val="3839"/>
                </a:lnSpc>
              </a:pPr>
              <a:r>
                <a:rPr lang="en-US" b="true" sz="3199" spc="319">
                  <a:solidFill>
                    <a:srgbClr val="191919"/>
                  </a:solidFill>
                  <a:latin typeface="Aileron Bold"/>
                  <a:ea typeface="Aileron Bold"/>
                  <a:cs typeface="Aileron Bold"/>
                  <a:sym typeface="Aileron Bold"/>
                </a:rPr>
                <a:t>5</a:t>
              </a:r>
            </a:p>
          </p:txBody>
        </p:sp>
        <p:sp>
          <p:nvSpPr>
            <p:cNvPr name="TextBox 47" id="47"/>
            <p:cNvSpPr txBox="true"/>
            <p:nvPr/>
          </p:nvSpPr>
          <p:spPr>
            <a:xfrm rot="0">
              <a:off x="0" y="789148"/>
              <a:ext cx="4117366" cy="1703494"/>
            </a:xfrm>
            <a:prstGeom prst="rect">
              <a:avLst/>
            </a:prstGeom>
          </p:spPr>
          <p:txBody>
            <a:bodyPr anchor="t" rtlCol="false" tIns="0" lIns="0" bIns="0" rIns="0">
              <a:spAutoFit/>
            </a:bodyPr>
            <a:lstStyle/>
            <a:p>
              <a:pPr algn="ctr">
                <a:lnSpc>
                  <a:spcPts val="5179"/>
                </a:lnSpc>
              </a:pPr>
              <a:r>
                <a:rPr lang="en-US" sz="3699" spc="73">
                  <a:solidFill>
                    <a:srgbClr val="191919"/>
                  </a:solidFill>
                  <a:latin typeface="Aileron"/>
                  <a:ea typeface="Aileron"/>
                  <a:cs typeface="Aileron"/>
                  <a:sym typeface="Aileron"/>
                </a:rPr>
                <a:t>Privacy-Aware Design</a:t>
              </a:r>
            </a:p>
          </p:txBody>
        </p:sp>
      </p:grpSp>
      <p:grpSp>
        <p:nvGrpSpPr>
          <p:cNvPr name="Group 48" id="48"/>
          <p:cNvGrpSpPr/>
          <p:nvPr/>
        </p:nvGrpSpPr>
        <p:grpSpPr>
          <a:xfrm rot="0">
            <a:off x="1028700" y="1615059"/>
            <a:ext cx="6114681" cy="3021126"/>
            <a:chOff x="0" y="0"/>
            <a:chExt cx="8152908" cy="4028168"/>
          </a:xfrm>
        </p:grpSpPr>
        <p:sp>
          <p:nvSpPr>
            <p:cNvPr name="TextBox 49" id="49"/>
            <p:cNvSpPr txBox="true"/>
            <p:nvPr/>
          </p:nvSpPr>
          <p:spPr>
            <a:xfrm rot="0">
              <a:off x="0" y="-66675"/>
              <a:ext cx="8152908" cy="3381010"/>
            </a:xfrm>
            <a:prstGeom prst="rect">
              <a:avLst/>
            </a:prstGeom>
          </p:spPr>
          <p:txBody>
            <a:bodyPr anchor="t" rtlCol="false" tIns="0" lIns="0" bIns="0" rIns="0">
              <a:spAutoFit/>
            </a:bodyPr>
            <a:lstStyle/>
            <a:p>
              <a:pPr algn="ctr">
                <a:lnSpc>
                  <a:spcPts val="6700"/>
                </a:lnSpc>
              </a:pPr>
              <a:r>
                <a:rPr lang="en-US" b="true" sz="5154" spc="154">
                  <a:solidFill>
                    <a:srgbClr val="FFFFFF"/>
                  </a:solidFill>
                  <a:latin typeface="Aileron Heavy"/>
                  <a:ea typeface="Aileron Heavy"/>
                  <a:cs typeface="Aileron Heavy"/>
                  <a:sym typeface="Aileron Heavy"/>
                </a:rPr>
                <a:t>UNIQUENESS AND INNOVATION</a:t>
              </a:r>
            </a:p>
          </p:txBody>
        </p:sp>
        <p:sp>
          <p:nvSpPr>
            <p:cNvPr name="TextBox 50" id="50"/>
            <p:cNvSpPr txBox="true"/>
            <p:nvPr/>
          </p:nvSpPr>
          <p:spPr>
            <a:xfrm rot="0">
              <a:off x="0" y="3500498"/>
              <a:ext cx="8152908" cy="527670"/>
            </a:xfrm>
            <a:prstGeom prst="rect">
              <a:avLst/>
            </a:prstGeom>
          </p:spPr>
          <p:txBody>
            <a:bodyPr anchor="t" rtlCol="false" tIns="0" lIns="0" bIns="0" rIns="0">
              <a:spAutoFit/>
            </a:bodyPr>
            <a:lstStyle/>
            <a:p>
              <a:pPr algn="ctr">
                <a:lnSpc>
                  <a:spcPts val="3350"/>
                </a:lnSpc>
              </a:pPr>
            </a:p>
          </p:txBody>
        </p:sp>
      </p:grpSp>
      <p:grpSp>
        <p:nvGrpSpPr>
          <p:cNvPr name="Group 51" id="51"/>
          <p:cNvGrpSpPr/>
          <p:nvPr/>
        </p:nvGrpSpPr>
        <p:grpSpPr>
          <a:xfrm rot="0">
            <a:off x="9064245" y="2107460"/>
            <a:ext cx="3068975" cy="1755816"/>
            <a:chOff x="0" y="0"/>
            <a:chExt cx="4091966" cy="2341088"/>
          </a:xfrm>
        </p:grpSpPr>
        <p:sp>
          <p:nvSpPr>
            <p:cNvPr name="TextBox 52" id="52"/>
            <p:cNvSpPr txBox="true"/>
            <p:nvPr/>
          </p:nvSpPr>
          <p:spPr>
            <a:xfrm rot="0">
              <a:off x="0" y="-9525"/>
              <a:ext cx="4091966" cy="695325"/>
            </a:xfrm>
            <a:prstGeom prst="rect">
              <a:avLst/>
            </a:prstGeom>
          </p:spPr>
          <p:txBody>
            <a:bodyPr anchor="t" rtlCol="false" tIns="0" lIns="0" bIns="0" rIns="0">
              <a:spAutoFit/>
            </a:bodyPr>
            <a:lstStyle/>
            <a:p>
              <a:pPr algn="ctr">
                <a:lnSpc>
                  <a:spcPts val="4079"/>
                </a:lnSpc>
              </a:pPr>
              <a:r>
                <a:rPr lang="en-US" b="true" sz="3399" spc="339">
                  <a:solidFill>
                    <a:srgbClr val="191919"/>
                  </a:solidFill>
                  <a:latin typeface="Aileron Bold"/>
                  <a:ea typeface="Aileron Bold"/>
                  <a:cs typeface="Aileron Bold"/>
                  <a:sym typeface="Aileron Bold"/>
                </a:rPr>
                <a:t>1</a:t>
              </a:r>
            </a:p>
          </p:txBody>
        </p:sp>
        <p:sp>
          <p:nvSpPr>
            <p:cNvPr name="TextBox 53" id="53"/>
            <p:cNvSpPr txBox="true"/>
            <p:nvPr/>
          </p:nvSpPr>
          <p:spPr>
            <a:xfrm rot="0">
              <a:off x="0" y="827248"/>
              <a:ext cx="4091966" cy="1513841"/>
            </a:xfrm>
            <a:prstGeom prst="rect">
              <a:avLst/>
            </a:prstGeom>
          </p:spPr>
          <p:txBody>
            <a:bodyPr anchor="t" rtlCol="false" tIns="0" lIns="0" bIns="0" rIns="0">
              <a:spAutoFit/>
            </a:bodyPr>
            <a:lstStyle/>
            <a:p>
              <a:pPr algn="ctr">
                <a:lnSpc>
                  <a:spcPts val="4619"/>
                </a:lnSpc>
              </a:pPr>
              <a:r>
                <a:rPr lang="en-US" sz="3299" spc="65">
                  <a:solidFill>
                    <a:srgbClr val="191919"/>
                  </a:solidFill>
                  <a:latin typeface="Aileron"/>
                  <a:ea typeface="Aileron"/>
                  <a:cs typeface="Aileron"/>
                  <a:sym typeface="Aileron"/>
                </a:rPr>
                <a:t>Adaptive Voice Recognition</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50563" y="1897084"/>
            <a:ext cx="15152638" cy="5470764"/>
          </a:xfrm>
          <a:custGeom>
            <a:avLst/>
            <a:gdLst/>
            <a:ahLst/>
            <a:cxnLst/>
            <a:rect r="r" b="b" t="t" l="l"/>
            <a:pathLst>
              <a:path h="5470764" w="15152638">
                <a:moveTo>
                  <a:pt x="0" y="0"/>
                </a:moveTo>
                <a:lnTo>
                  <a:pt x="15152638" y="0"/>
                </a:lnTo>
                <a:lnTo>
                  <a:pt x="15152638" y="5470765"/>
                </a:lnTo>
                <a:lnTo>
                  <a:pt x="0" y="5470765"/>
                </a:lnTo>
                <a:lnTo>
                  <a:pt x="0" y="0"/>
                </a:lnTo>
                <a:close/>
              </a:path>
            </a:pathLst>
          </a:custGeom>
          <a:blipFill>
            <a:blip r:embed="rId2"/>
            <a:stretch>
              <a:fillRect l="0" t="0" r="0" b="-1788"/>
            </a:stretch>
          </a:blipFill>
        </p:spPr>
      </p:sp>
      <p:sp>
        <p:nvSpPr>
          <p:cNvPr name="Freeform 3" id="3"/>
          <p:cNvSpPr/>
          <p:nvPr/>
        </p:nvSpPr>
        <p:spPr>
          <a:xfrm flipH="false" flipV="false" rot="5400000">
            <a:off x="16403201" y="594292"/>
            <a:ext cx="10812392" cy="10812392"/>
          </a:xfrm>
          <a:custGeom>
            <a:avLst/>
            <a:gdLst/>
            <a:ahLst/>
            <a:cxnLst/>
            <a:rect r="r" b="b" t="t" l="l"/>
            <a:pathLst>
              <a:path h="10812392" w="10812392">
                <a:moveTo>
                  <a:pt x="0" y="0"/>
                </a:moveTo>
                <a:lnTo>
                  <a:pt x="10812392" y="0"/>
                </a:lnTo>
                <a:lnTo>
                  <a:pt x="10812392" y="10812392"/>
                </a:lnTo>
                <a:lnTo>
                  <a:pt x="0" y="108123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400000">
            <a:off x="13991231" y="7109916"/>
            <a:ext cx="4296769" cy="4296769"/>
          </a:xfrm>
          <a:custGeom>
            <a:avLst/>
            <a:gdLst/>
            <a:ahLst/>
            <a:cxnLst/>
            <a:rect r="r" b="b" t="t" l="l"/>
            <a:pathLst>
              <a:path h="4296769" w="4296769">
                <a:moveTo>
                  <a:pt x="0" y="0"/>
                </a:moveTo>
                <a:lnTo>
                  <a:pt x="4296769" y="0"/>
                </a:lnTo>
                <a:lnTo>
                  <a:pt x="4296769" y="4296768"/>
                </a:lnTo>
                <a:lnTo>
                  <a:pt x="0" y="4296768"/>
                </a:lnTo>
                <a:lnTo>
                  <a:pt x="0" y="0"/>
                </a:lnTo>
                <a:close/>
              </a:path>
            </a:pathLst>
          </a:custGeom>
          <a:blipFill>
            <a:blip r:embed="rId5">
              <a:alphaModFix amt="30000"/>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5400000">
            <a:off x="-4251029" y="4806334"/>
            <a:ext cx="5764383" cy="5764383"/>
          </a:xfrm>
          <a:custGeom>
            <a:avLst/>
            <a:gdLst/>
            <a:ahLst/>
            <a:cxnLst/>
            <a:rect r="r" b="b" t="t" l="l"/>
            <a:pathLst>
              <a:path h="5764383" w="5764383">
                <a:moveTo>
                  <a:pt x="0" y="0"/>
                </a:moveTo>
                <a:lnTo>
                  <a:pt x="5764382" y="0"/>
                </a:lnTo>
                <a:lnTo>
                  <a:pt x="5764382" y="5764382"/>
                </a:lnTo>
                <a:lnTo>
                  <a:pt x="0" y="5764382"/>
                </a:lnTo>
                <a:lnTo>
                  <a:pt x="0" y="0"/>
                </a:lnTo>
                <a:close/>
              </a:path>
            </a:pathLst>
          </a:custGeom>
          <a:blipFill>
            <a:blip r:embed="rId7">
              <a:alphaModFix amt="80000"/>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5400000">
            <a:off x="679817" y="7688525"/>
            <a:ext cx="3202868" cy="3202868"/>
          </a:xfrm>
          <a:custGeom>
            <a:avLst/>
            <a:gdLst/>
            <a:ahLst/>
            <a:cxnLst/>
            <a:rect r="r" b="b" t="t" l="l"/>
            <a:pathLst>
              <a:path h="3202868" w="3202868">
                <a:moveTo>
                  <a:pt x="0" y="0"/>
                </a:moveTo>
                <a:lnTo>
                  <a:pt x="3202868" y="0"/>
                </a:lnTo>
                <a:lnTo>
                  <a:pt x="3202868" y="3202868"/>
                </a:lnTo>
                <a:lnTo>
                  <a:pt x="0" y="3202868"/>
                </a:lnTo>
                <a:lnTo>
                  <a:pt x="0" y="0"/>
                </a:lnTo>
                <a:close/>
              </a:path>
            </a:pathLst>
          </a:custGeom>
          <a:blipFill>
            <a:blip r:embed="rId9">
              <a:alphaModFix amt="30000"/>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512572" y="262788"/>
            <a:ext cx="6323409" cy="1024696"/>
          </a:xfrm>
          <a:prstGeom prst="rect">
            <a:avLst/>
          </a:prstGeom>
        </p:spPr>
        <p:txBody>
          <a:bodyPr anchor="t" rtlCol="false" tIns="0" lIns="0" bIns="0" rIns="0">
            <a:spAutoFit/>
          </a:bodyPr>
          <a:lstStyle/>
          <a:p>
            <a:pPr algn="ctr">
              <a:lnSpc>
                <a:spcPts val="8407"/>
              </a:lnSpc>
              <a:spcBef>
                <a:spcPct val="0"/>
              </a:spcBef>
            </a:pPr>
            <a:r>
              <a:rPr lang="en-US" b="true" sz="5605">
                <a:solidFill>
                  <a:srgbClr val="37C9EF"/>
                </a:solidFill>
                <a:latin typeface="Aileron Bold"/>
                <a:ea typeface="Aileron Bold"/>
                <a:cs typeface="Aileron Bold"/>
                <a:sym typeface="Aileron Bold"/>
              </a:rPr>
              <a:t>Team Contribution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3083401" y="1730604"/>
          <a:ext cx="5029200" cy="3771900"/>
        </p:xfrm>
        <a:graphic>
          <a:graphicData uri="http://schemas.openxmlformats.org/presentationml/2006/ole">
            <p:oleObj imgW="6032500" imgH="4775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Freeform 3" id="3"/>
          <p:cNvSpPr/>
          <p:nvPr/>
        </p:nvSpPr>
        <p:spPr>
          <a:xfrm flipH="false" flipV="false" rot="0">
            <a:off x="15143849" y="-5753982"/>
            <a:ext cx="10812392" cy="10812392"/>
          </a:xfrm>
          <a:custGeom>
            <a:avLst/>
            <a:gdLst/>
            <a:ahLst/>
            <a:cxnLst/>
            <a:rect r="r" b="b" t="t" l="l"/>
            <a:pathLst>
              <a:path h="10812392" w="10812392">
                <a:moveTo>
                  <a:pt x="0" y="0"/>
                </a:moveTo>
                <a:lnTo>
                  <a:pt x="10812393" y="0"/>
                </a:lnTo>
                <a:lnTo>
                  <a:pt x="10812393" y="10812392"/>
                </a:lnTo>
                <a:lnTo>
                  <a:pt x="0" y="108123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334372" y="3486394"/>
            <a:ext cx="4811770" cy="4811770"/>
          </a:xfrm>
          <a:custGeom>
            <a:avLst/>
            <a:gdLst/>
            <a:ahLst/>
            <a:cxnLst/>
            <a:rect r="r" b="b" t="t" l="l"/>
            <a:pathLst>
              <a:path h="4811770" w="4811770">
                <a:moveTo>
                  <a:pt x="0" y="0"/>
                </a:moveTo>
                <a:lnTo>
                  <a:pt x="4811770" y="0"/>
                </a:lnTo>
                <a:lnTo>
                  <a:pt x="4811770" y="4811770"/>
                </a:lnTo>
                <a:lnTo>
                  <a:pt x="0" y="4811770"/>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310791" y="7718050"/>
            <a:ext cx="5764383" cy="5764383"/>
          </a:xfrm>
          <a:custGeom>
            <a:avLst/>
            <a:gdLst/>
            <a:ahLst/>
            <a:cxnLst/>
            <a:rect r="r" b="b" t="t" l="l"/>
            <a:pathLst>
              <a:path h="5764383" w="5764383">
                <a:moveTo>
                  <a:pt x="0" y="0"/>
                </a:moveTo>
                <a:lnTo>
                  <a:pt x="5764383" y="0"/>
                </a:lnTo>
                <a:lnTo>
                  <a:pt x="5764383" y="5764382"/>
                </a:lnTo>
                <a:lnTo>
                  <a:pt x="0" y="5764382"/>
                </a:lnTo>
                <a:lnTo>
                  <a:pt x="0" y="0"/>
                </a:lnTo>
                <a:close/>
              </a:path>
            </a:pathLst>
          </a:custGeom>
          <a:blipFill>
            <a:blip r:embed="rId8">
              <a:alphaModFix amt="80000"/>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547752" y="207310"/>
            <a:ext cx="9348265" cy="821390"/>
          </a:xfrm>
          <a:prstGeom prst="rect">
            <a:avLst/>
          </a:prstGeom>
        </p:spPr>
        <p:txBody>
          <a:bodyPr anchor="t" rtlCol="false" tIns="0" lIns="0" bIns="0" rIns="0">
            <a:spAutoFit/>
          </a:bodyPr>
          <a:lstStyle/>
          <a:p>
            <a:pPr algn="ctr">
              <a:lnSpc>
                <a:spcPts val="6701"/>
              </a:lnSpc>
              <a:spcBef>
                <a:spcPct val="0"/>
              </a:spcBef>
            </a:pPr>
            <a:r>
              <a:rPr lang="en-US" b="true" sz="4786" spc="143">
                <a:solidFill>
                  <a:srgbClr val="37C9EF"/>
                </a:solidFill>
                <a:latin typeface="Aileron Bold"/>
                <a:ea typeface="Aileron Bold"/>
                <a:cs typeface="Aileron Bold"/>
                <a:sym typeface="Aileron Bold"/>
              </a:rPr>
              <a:t>Weekly tim</a:t>
            </a:r>
            <a:r>
              <a:rPr lang="en-US" b="true" sz="4786" spc="143">
                <a:solidFill>
                  <a:srgbClr val="37C9EF"/>
                </a:solidFill>
                <a:latin typeface="Aileron Bold"/>
                <a:ea typeface="Aileron Bold"/>
                <a:cs typeface="Aileron Bold"/>
                <a:sym typeface="Aileron Bold"/>
              </a:rPr>
              <a:t>eline of the project</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18278475" y="0"/>
            <a:ext cx="9525" cy="10287000"/>
          </a:xfrm>
          <a:prstGeom prst="rect">
            <a:avLst/>
          </a:prstGeom>
          <a:solidFill>
            <a:srgbClr val="F4F4F4"/>
          </a:solidFill>
        </p:spPr>
      </p:sp>
      <p:grpSp>
        <p:nvGrpSpPr>
          <p:cNvPr name="Group 3" id="3"/>
          <p:cNvGrpSpPr/>
          <p:nvPr/>
        </p:nvGrpSpPr>
        <p:grpSpPr>
          <a:xfrm rot="0">
            <a:off x="1174650" y="3865765"/>
            <a:ext cx="16084650" cy="2555469"/>
            <a:chOff x="0" y="0"/>
            <a:chExt cx="21446200" cy="3407292"/>
          </a:xfrm>
        </p:grpSpPr>
        <p:grpSp>
          <p:nvGrpSpPr>
            <p:cNvPr name="Group 4" id="4"/>
            <p:cNvGrpSpPr/>
            <p:nvPr/>
          </p:nvGrpSpPr>
          <p:grpSpPr>
            <a:xfrm rot="0">
              <a:off x="0" y="0"/>
              <a:ext cx="3407292" cy="3407292"/>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CDCC"/>
              </a:solidFill>
            </p:spPr>
          </p:sp>
          <p:sp>
            <p:nvSpPr>
              <p:cNvPr name="TextBox 6" id="6"/>
              <p:cNvSpPr txBox="true"/>
              <p:nvPr/>
            </p:nvSpPr>
            <p:spPr>
              <a:xfrm>
                <a:off x="76200" y="-66675"/>
                <a:ext cx="660400" cy="803275"/>
              </a:xfrm>
              <a:prstGeom prst="rect">
                <a:avLst/>
              </a:prstGeom>
            </p:spPr>
            <p:txBody>
              <a:bodyPr anchor="ctr" rtlCol="false" tIns="50800" lIns="50800" bIns="50800" rIns="50800"/>
              <a:lstStyle/>
              <a:p>
                <a:pPr algn="ctr">
                  <a:lnSpc>
                    <a:spcPts val="9800"/>
                  </a:lnSpc>
                </a:pPr>
                <a:r>
                  <a:rPr lang="en-US" b="true" sz="7000" spc="210">
                    <a:solidFill>
                      <a:srgbClr val="000000"/>
                    </a:solidFill>
                    <a:latin typeface="Aileron Ultra-Bold"/>
                    <a:ea typeface="Aileron Ultra-Bold"/>
                    <a:cs typeface="Aileron Ultra-Bold"/>
                    <a:sym typeface="Aileron Ultra-Bold"/>
                  </a:rPr>
                  <a:t>T</a:t>
                </a:r>
              </a:p>
            </p:txBody>
          </p:sp>
        </p:grpSp>
        <p:grpSp>
          <p:nvGrpSpPr>
            <p:cNvPr name="Group 7" id="7"/>
            <p:cNvGrpSpPr/>
            <p:nvPr/>
          </p:nvGrpSpPr>
          <p:grpSpPr>
            <a:xfrm rot="0">
              <a:off x="2528012" y="0"/>
              <a:ext cx="3407292" cy="3407292"/>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CDCC"/>
              </a:solidFill>
            </p:spPr>
          </p:sp>
          <p:sp>
            <p:nvSpPr>
              <p:cNvPr name="TextBox 9" id="9"/>
              <p:cNvSpPr txBox="true"/>
              <p:nvPr/>
            </p:nvSpPr>
            <p:spPr>
              <a:xfrm>
                <a:off x="76200" y="-66675"/>
                <a:ext cx="660400" cy="803275"/>
              </a:xfrm>
              <a:prstGeom prst="rect">
                <a:avLst/>
              </a:prstGeom>
            </p:spPr>
            <p:txBody>
              <a:bodyPr anchor="ctr" rtlCol="false" tIns="50800" lIns="50800" bIns="50800" rIns="50800"/>
              <a:lstStyle/>
              <a:p>
                <a:pPr algn="ctr">
                  <a:lnSpc>
                    <a:spcPts val="9800"/>
                  </a:lnSpc>
                </a:pPr>
                <a:r>
                  <a:rPr lang="en-US" b="true" sz="7000" spc="210">
                    <a:solidFill>
                      <a:srgbClr val="000000"/>
                    </a:solidFill>
                    <a:latin typeface="Aileron Ultra-Bold"/>
                    <a:ea typeface="Aileron Ultra-Bold"/>
                    <a:cs typeface="Aileron Ultra-Bold"/>
                    <a:sym typeface="Aileron Ultra-Bold"/>
                  </a:rPr>
                  <a:t>H</a:t>
                </a:r>
              </a:p>
            </p:txBody>
          </p:sp>
        </p:grpSp>
        <p:grpSp>
          <p:nvGrpSpPr>
            <p:cNvPr name="Group 10" id="10"/>
            <p:cNvGrpSpPr/>
            <p:nvPr/>
          </p:nvGrpSpPr>
          <p:grpSpPr>
            <a:xfrm rot="0">
              <a:off x="15463702" y="0"/>
              <a:ext cx="3407292" cy="340729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CDCC"/>
              </a:solidFill>
            </p:spPr>
          </p:sp>
          <p:sp>
            <p:nvSpPr>
              <p:cNvPr name="TextBox 12" id="12"/>
              <p:cNvSpPr txBox="true"/>
              <p:nvPr/>
            </p:nvSpPr>
            <p:spPr>
              <a:xfrm>
                <a:off x="76200" y="-66675"/>
                <a:ext cx="660400" cy="803275"/>
              </a:xfrm>
              <a:prstGeom prst="rect">
                <a:avLst/>
              </a:prstGeom>
            </p:spPr>
            <p:txBody>
              <a:bodyPr anchor="ctr" rtlCol="false" tIns="50800" lIns="50800" bIns="50800" rIns="50800"/>
              <a:lstStyle/>
              <a:p>
                <a:pPr algn="ctr">
                  <a:lnSpc>
                    <a:spcPts val="9800"/>
                  </a:lnSpc>
                </a:pPr>
                <a:r>
                  <a:rPr lang="en-US" b="true" sz="7000" spc="210">
                    <a:solidFill>
                      <a:srgbClr val="000000"/>
                    </a:solidFill>
                    <a:latin typeface="Aileron Ultra-Bold"/>
                    <a:ea typeface="Aileron Ultra-Bold"/>
                    <a:cs typeface="Aileron Ultra-Bold"/>
                    <a:sym typeface="Aileron Ultra-Bold"/>
                  </a:rPr>
                  <a:t>O</a:t>
                </a:r>
              </a:p>
            </p:txBody>
          </p:sp>
        </p:grpSp>
        <p:grpSp>
          <p:nvGrpSpPr>
            <p:cNvPr name="Group 13" id="13"/>
            <p:cNvGrpSpPr/>
            <p:nvPr/>
          </p:nvGrpSpPr>
          <p:grpSpPr>
            <a:xfrm rot="0">
              <a:off x="12968573" y="0"/>
              <a:ext cx="3407292" cy="340729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CDCC"/>
              </a:solidFill>
            </p:spPr>
          </p:sp>
          <p:sp>
            <p:nvSpPr>
              <p:cNvPr name="TextBox 15" id="15"/>
              <p:cNvSpPr txBox="true"/>
              <p:nvPr/>
            </p:nvSpPr>
            <p:spPr>
              <a:xfrm>
                <a:off x="76200" y="-66675"/>
                <a:ext cx="660400" cy="803275"/>
              </a:xfrm>
              <a:prstGeom prst="rect">
                <a:avLst/>
              </a:prstGeom>
            </p:spPr>
            <p:txBody>
              <a:bodyPr anchor="ctr" rtlCol="false" tIns="50800" lIns="50800" bIns="50800" rIns="50800"/>
              <a:lstStyle/>
              <a:p>
                <a:pPr algn="ctr">
                  <a:lnSpc>
                    <a:spcPts val="9800"/>
                  </a:lnSpc>
                </a:pPr>
                <a:r>
                  <a:rPr lang="en-US" b="true" sz="7000" spc="210">
                    <a:solidFill>
                      <a:srgbClr val="000000"/>
                    </a:solidFill>
                    <a:latin typeface="Aileron Ultra-Bold"/>
                    <a:ea typeface="Aileron Ultra-Bold"/>
                    <a:cs typeface="Aileron Ultra-Bold"/>
                    <a:sym typeface="Aileron Ultra-Bold"/>
                  </a:rPr>
                  <a:t>Y</a:t>
                </a:r>
              </a:p>
            </p:txBody>
          </p:sp>
        </p:grpSp>
        <p:grpSp>
          <p:nvGrpSpPr>
            <p:cNvPr name="Group 16" id="16"/>
            <p:cNvGrpSpPr/>
            <p:nvPr/>
          </p:nvGrpSpPr>
          <p:grpSpPr>
            <a:xfrm rot="0">
              <a:off x="10066000" y="0"/>
              <a:ext cx="3407292" cy="340729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CDCC"/>
              </a:solidFill>
            </p:spPr>
          </p:sp>
          <p:sp>
            <p:nvSpPr>
              <p:cNvPr name="TextBox 18" id="18"/>
              <p:cNvSpPr txBox="true"/>
              <p:nvPr/>
            </p:nvSpPr>
            <p:spPr>
              <a:xfrm>
                <a:off x="76200" y="-66675"/>
                <a:ext cx="660400" cy="803275"/>
              </a:xfrm>
              <a:prstGeom prst="rect">
                <a:avLst/>
              </a:prstGeom>
            </p:spPr>
            <p:txBody>
              <a:bodyPr anchor="ctr" rtlCol="false" tIns="50800" lIns="50800" bIns="50800" rIns="50800"/>
              <a:lstStyle/>
              <a:p>
                <a:pPr algn="ctr">
                  <a:lnSpc>
                    <a:spcPts val="9800"/>
                  </a:lnSpc>
                </a:pPr>
                <a:r>
                  <a:rPr lang="en-US" b="true" sz="7000" spc="210">
                    <a:solidFill>
                      <a:srgbClr val="000000"/>
                    </a:solidFill>
                    <a:latin typeface="Aileron Ultra-Bold"/>
                    <a:ea typeface="Aileron Ultra-Bold"/>
                    <a:cs typeface="Aileron Ultra-Bold"/>
                    <a:sym typeface="Aileron Ultra-Bold"/>
                  </a:rPr>
                  <a:t>K</a:t>
                </a:r>
              </a:p>
            </p:txBody>
          </p:sp>
        </p:grpSp>
        <p:grpSp>
          <p:nvGrpSpPr>
            <p:cNvPr name="Group 19" id="19"/>
            <p:cNvGrpSpPr/>
            <p:nvPr/>
          </p:nvGrpSpPr>
          <p:grpSpPr>
            <a:xfrm rot="0">
              <a:off x="7522506" y="0"/>
              <a:ext cx="3407292" cy="3407292"/>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CDCC"/>
              </a:solidFill>
            </p:spPr>
          </p:sp>
          <p:sp>
            <p:nvSpPr>
              <p:cNvPr name="TextBox 21" id="21"/>
              <p:cNvSpPr txBox="true"/>
              <p:nvPr/>
            </p:nvSpPr>
            <p:spPr>
              <a:xfrm>
                <a:off x="76200" y="-66675"/>
                <a:ext cx="660400" cy="803275"/>
              </a:xfrm>
              <a:prstGeom prst="rect">
                <a:avLst/>
              </a:prstGeom>
            </p:spPr>
            <p:txBody>
              <a:bodyPr anchor="ctr" rtlCol="false" tIns="50800" lIns="50800" bIns="50800" rIns="50800"/>
              <a:lstStyle/>
              <a:p>
                <a:pPr algn="ctr">
                  <a:lnSpc>
                    <a:spcPts val="9800"/>
                  </a:lnSpc>
                </a:pPr>
                <a:r>
                  <a:rPr lang="en-US" b="true" sz="7000" spc="210">
                    <a:solidFill>
                      <a:srgbClr val="000000"/>
                    </a:solidFill>
                    <a:latin typeface="Aileron Ultra-Bold"/>
                    <a:ea typeface="Aileron Ultra-Bold"/>
                    <a:cs typeface="Aileron Ultra-Bold"/>
                    <a:sym typeface="Aileron Ultra-Bold"/>
                  </a:rPr>
                  <a:t>N</a:t>
                </a:r>
              </a:p>
            </p:txBody>
          </p:sp>
        </p:grpSp>
        <p:grpSp>
          <p:nvGrpSpPr>
            <p:cNvPr name="Group 22" id="22"/>
            <p:cNvGrpSpPr/>
            <p:nvPr/>
          </p:nvGrpSpPr>
          <p:grpSpPr>
            <a:xfrm rot="0">
              <a:off x="5072957" y="0"/>
              <a:ext cx="3407292" cy="3407292"/>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CDCC"/>
              </a:solidFill>
            </p:spPr>
          </p:sp>
          <p:sp>
            <p:nvSpPr>
              <p:cNvPr name="TextBox 24" id="24"/>
              <p:cNvSpPr txBox="true"/>
              <p:nvPr/>
            </p:nvSpPr>
            <p:spPr>
              <a:xfrm>
                <a:off x="76200" y="-66675"/>
                <a:ext cx="660400" cy="803275"/>
              </a:xfrm>
              <a:prstGeom prst="rect">
                <a:avLst/>
              </a:prstGeom>
            </p:spPr>
            <p:txBody>
              <a:bodyPr anchor="ctr" rtlCol="false" tIns="50800" lIns="50800" bIns="50800" rIns="50800"/>
              <a:lstStyle/>
              <a:p>
                <a:pPr algn="ctr">
                  <a:lnSpc>
                    <a:spcPts val="9800"/>
                  </a:lnSpc>
                </a:pPr>
                <a:r>
                  <a:rPr lang="en-US" b="true" sz="7000" spc="210">
                    <a:solidFill>
                      <a:srgbClr val="000000"/>
                    </a:solidFill>
                    <a:latin typeface="Aileron Ultra-Bold"/>
                    <a:ea typeface="Aileron Ultra-Bold"/>
                    <a:cs typeface="Aileron Ultra-Bold"/>
                    <a:sym typeface="Aileron Ultra-Bold"/>
                  </a:rPr>
                  <a:t>A</a:t>
                </a:r>
              </a:p>
            </p:txBody>
          </p:sp>
        </p:grpSp>
        <p:grpSp>
          <p:nvGrpSpPr>
            <p:cNvPr name="Group 25" id="25"/>
            <p:cNvGrpSpPr/>
            <p:nvPr/>
          </p:nvGrpSpPr>
          <p:grpSpPr>
            <a:xfrm rot="0">
              <a:off x="18038907" y="0"/>
              <a:ext cx="3407292" cy="3407292"/>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CDCC"/>
              </a:solidFill>
            </p:spPr>
          </p:sp>
          <p:sp>
            <p:nvSpPr>
              <p:cNvPr name="TextBox 27" id="27"/>
              <p:cNvSpPr txBox="true"/>
              <p:nvPr/>
            </p:nvSpPr>
            <p:spPr>
              <a:xfrm>
                <a:off x="76200" y="-66675"/>
                <a:ext cx="660400" cy="803275"/>
              </a:xfrm>
              <a:prstGeom prst="rect">
                <a:avLst/>
              </a:prstGeom>
            </p:spPr>
            <p:txBody>
              <a:bodyPr anchor="ctr" rtlCol="false" tIns="50800" lIns="50800" bIns="50800" rIns="50800"/>
              <a:lstStyle/>
              <a:p>
                <a:pPr algn="ctr">
                  <a:lnSpc>
                    <a:spcPts val="9800"/>
                  </a:lnSpc>
                </a:pPr>
                <a:r>
                  <a:rPr lang="en-US" b="true" sz="7000" spc="210">
                    <a:solidFill>
                      <a:srgbClr val="000000"/>
                    </a:solidFill>
                    <a:latin typeface="Aileron Ultra-Bold"/>
                    <a:ea typeface="Aileron Ultra-Bold"/>
                    <a:cs typeface="Aileron Ultra-Bold"/>
                    <a:sym typeface="Aileron Ultra-Bold"/>
                  </a:rPr>
                  <a:t>U</a:t>
                </a: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DAGeNsgwLuU</dc:identifier>
  <dcterms:modified xsi:type="dcterms:W3CDTF">2011-08-01T06:04:30Z</dcterms:modified>
  <cp:revision>1</cp:revision>
  <dc:title>Arrow Chart Visual Charts Presentation in Blue White Teal Simple Style</dc:title>
</cp:coreProperties>
</file>