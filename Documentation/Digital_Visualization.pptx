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8288000" cy="10287000"/>
  <p:notesSz cx="6858000" cy="9144000"/>
  <p:embeddedFontLst>
    <p:embeddedFont>
      <p:font typeface="Aileron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0124" y="0"/>
            <a:ext cx="2040928" cy="2094637"/>
          </a:xfrm>
          <a:custGeom>
            <a:avLst/>
            <a:gdLst/>
            <a:ahLst/>
            <a:cxnLst/>
            <a:rect l="l" t="t" r="r" b="b"/>
            <a:pathLst>
              <a:path w="2040928" h="2094637">
                <a:moveTo>
                  <a:pt x="0" y="0"/>
                </a:moveTo>
                <a:lnTo>
                  <a:pt x="2040928" y="0"/>
                </a:lnTo>
                <a:lnTo>
                  <a:pt x="2040928" y="2094637"/>
                </a:lnTo>
                <a:lnTo>
                  <a:pt x="0" y="2094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86389" y="4542119"/>
            <a:ext cx="2428338" cy="2428338"/>
          </a:xfrm>
          <a:custGeom>
            <a:avLst/>
            <a:gdLst/>
            <a:ahLst/>
            <a:cxnLst/>
            <a:rect l="l" t="t" r="r" b="b"/>
            <a:pathLst>
              <a:path w="2428338" h="2428338">
                <a:moveTo>
                  <a:pt x="0" y="0"/>
                </a:moveTo>
                <a:lnTo>
                  <a:pt x="2428337" y="0"/>
                </a:lnTo>
                <a:lnTo>
                  <a:pt x="2428337" y="2428338"/>
                </a:lnTo>
                <a:lnTo>
                  <a:pt x="0" y="2428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1998" y="4357379"/>
            <a:ext cx="8074447" cy="3441733"/>
          </a:xfrm>
          <a:custGeom>
            <a:avLst/>
            <a:gdLst/>
            <a:ahLst/>
            <a:cxnLst/>
            <a:rect l="l" t="t" r="r" b="b"/>
            <a:pathLst>
              <a:path w="8074447" h="3441733">
                <a:moveTo>
                  <a:pt x="0" y="0"/>
                </a:moveTo>
                <a:lnTo>
                  <a:pt x="8074447" y="0"/>
                </a:lnTo>
                <a:lnTo>
                  <a:pt x="8074447" y="3441733"/>
                </a:lnTo>
                <a:lnTo>
                  <a:pt x="0" y="344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6418738" y="6655691"/>
            <a:ext cx="840562" cy="1143421"/>
          </a:xfrm>
          <a:custGeom>
            <a:avLst/>
            <a:gdLst/>
            <a:ahLst/>
            <a:cxnLst/>
            <a:rect l="l" t="t" r="r" b="b"/>
            <a:pathLst>
              <a:path w="840562" h="1143421">
                <a:moveTo>
                  <a:pt x="0" y="0"/>
                </a:moveTo>
                <a:lnTo>
                  <a:pt x="840562" y="0"/>
                </a:lnTo>
                <a:lnTo>
                  <a:pt x="840562" y="1143421"/>
                </a:lnTo>
                <a:lnTo>
                  <a:pt x="0" y="1143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92" b="-8692"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3928176" y="1909807"/>
            <a:ext cx="2161948" cy="2632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7" name="AutoShape 7"/>
          <p:cNvSpPr/>
          <p:nvPr/>
        </p:nvSpPr>
        <p:spPr>
          <a:xfrm>
            <a:off x="8103834" y="2094637"/>
            <a:ext cx="2660125" cy="28565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8" name="Freeform 8"/>
          <p:cNvSpPr/>
          <p:nvPr/>
        </p:nvSpPr>
        <p:spPr>
          <a:xfrm>
            <a:off x="1028700" y="7664998"/>
            <a:ext cx="1525212" cy="1593302"/>
          </a:xfrm>
          <a:custGeom>
            <a:avLst/>
            <a:gdLst/>
            <a:ahLst/>
            <a:cxnLst/>
            <a:rect l="l" t="t" r="r" b="b"/>
            <a:pathLst>
              <a:path w="1525212" h="1593302">
                <a:moveTo>
                  <a:pt x="0" y="0"/>
                </a:moveTo>
                <a:lnTo>
                  <a:pt x="1525212" y="0"/>
                </a:lnTo>
                <a:lnTo>
                  <a:pt x="1525212" y="1593302"/>
                </a:lnTo>
                <a:lnTo>
                  <a:pt x="0" y="1593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307005" y="7741962"/>
            <a:ext cx="249221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ESP  32  + Relay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1555" y="6852644"/>
            <a:ext cx="1872732" cy="829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262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Hey Home Turn-On Light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8287" y="9201031"/>
            <a:ext cx="1176204" cy="40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262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4BF2-3507-59A9-C480-C6792857F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265A3A-4594-1035-DA80-327B0C126043}"/>
              </a:ext>
            </a:extLst>
          </p:cNvPr>
          <p:cNvSpPr/>
          <p:nvPr/>
        </p:nvSpPr>
        <p:spPr>
          <a:xfrm>
            <a:off x="6090124" y="0"/>
            <a:ext cx="2040928" cy="2094637"/>
          </a:xfrm>
          <a:custGeom>
            <a:avLst/>
            <a:gdLst/>
            <a:ahLst/>
            <a:cxnLst/>
            <a:rect l="l" t="t" r="r" b="b"/>
            <a:pathLst>
              <a:path w="2040928" h="2094637">
                <a:moveTo>
                  <a:pt x="0" y="0"/>
                </a:moveTo>
                <a:lnTo>
                  <a:pt x="2040928" y="0"/>
                </a:lnTo>
                <a:lnTo>
                  <a:pt x="2040928" y="2094637"/>
                </a:lnTo>
                <a:lnTo>
                  <a:pt x="0" y="2094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0B0B76-3D46-9E32-5C9C-2FFC9827890C}"/>
              </a:ext>
            </a:extLst>
          </p:cNvPr>
          <p:cNvSpPr/>
          <p:nvPr/>
        </p:nvSpPr>
        <p:spPr>
          <a:xfrm>
            <a:off x="1786389" y="4542119"/>
            <a:ext cx="2428338" cy="2428338"/>
          </a:xfrm>
          <a:custGeom>
            <a:avLst/>
            <a:gdLst/>
            <a:ahLst/>
            <a:cxnLst/>
            <a:rect l="l" t="t" r="r" b="b"/>
            <a:pathLst>
              <a:path w="2428338" h="2428338">
                <a:moveTo>
                  <a:pt x="0" y="0"/>
                </a:moveTo>
                <a:lnTo>
                  <a:pt x="2428337" y="0"/>
                </a:lnTo>
                <a:lnTo>
                  <a:pt x="2428337" y="2428338"/>
                </a:lnTo>
                <a:lnTo>
                  <a:pt x="0" y="2428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E064B53-5000-83A6-2291-A918F4D8A288}"/>
              </a:ext>
            </a:extLst>
          </p:cNvPr>
          <p:cNvSpPr/>
          <p:nvPr/>
        </p:nvSpPr>
        <p:spPr>
          <a:xfrm>
            <a:off x="9761998" y="4357379"/>
            <a:ext cx="8074447" cy="3441733"/>
          </a:xfrm>
          <a:custGeom>
            <a:avLst/>
            <a:gdLst/>
            <a:ahLst/>
            <a:cxnLst/>
            <a:rect l="l" t="t" r="r" b="b"/>
            <a:pathLst>
              <a:path w="8074447" h="3441733">
                <a:moveTo>
                  <a:pt x="0" y="0"/>
                </a:moveTo>
                <a:lnTo>
                  <a:pt x="8074447" y="0"/>
                </a:lnTo>
                <a:lnTo>
                  <a:pt x="8074447" y="3441733"/>
                </a:lnTo>
                <a:lnTo>
                  <a:pt x="0" y="344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0AC68AD-0BAE-DA0C-9699-B7EFC3E34D27}"/>
              </a:ext>
            </a:extLst>
          </p:cNvPr>
          <p:cNvSpPr/>
          <p:nvPr/>
        </p:nvSpPr>
        <p:spPr>
          <a:xfrm rot="-10800000">
            <a:off x="16418738" y="6655691"/>
            <a:ext cx="840562" cy="1143421"/>
          </a:xfrm>
          <a:custGeom>
            <a:avLst/>
            <a:gdLst/>
            <a:ahLst/>
            <a:cxnLst/>
            <a:rect l="l" t="t" r="r" b="b"/>
            <a:pathLst>
              <a:path w="840562" h="1143421">
                <a:moveTo>
                  <a:pt x="0" y="0"/>
                </a:moveTo>
                <a:lnTo>
                  <a:pt x="840562" y="0"/>
                </a:lnTo>
                <a:lnTo>
                  <a:pt x="840562" y="1143421"/>
                </a:lnTo>
                <a:lnTo>
                  <a:pt x="0" y="1143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92" b="-8692"/>
            </a:stretch>
          </a:blipFill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158C499-CA30-6CBB-5E3A-F50DDD2E7567}"/>
              </a:ext>
            </a:extLst>
          </p:cNvPr>
          <p:cNvSpPr/>
          <p:nvPr/>
        </p:nvSpPr>
        <p:spPr>
          <a:xfrm flipV="1">
            <a:off x="3928176" y="1909807"/>
            <a:ext cx="2161948" cy="2632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8C58CF5-989D-B5A2-995A-473E97F214A4}"/>
              </a:ext>
            </a:extLst>
          </p:cNvPr>
          <p:cNvSpPr/>
          <p:nvPr/>
        </p:nvSpPr>
        <p:spPr>
          <a:xfrm>
            <a:off x="8103834" y="2094637"/>
            <a:ext cx="2660125" cy="28565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0721248-C8DB-570A-FCE9-7ACDCE61BB5C}"/>
              </a:ext>
            </a:extLst>
          </p:cNvPr>
          <p:cNvSpPr/>
          <p:nvPr/>
        </p:nvSpPr>
        <p:spPr>
          <a:xfrm>
            <a:off x="1028700" y="7664998"/>
            <a:ext cx="1525212" cy="1593302"/>
          </a:xfrm>
          <a:custGeom>
            <a:avLst/>
            <a:gdLst/>
            <a:ahLst/>
            <a:cxnLst/>
            <a:rect l="l" t="t" r="r" b="b"/>
            <a:pathLst>
              <a:path w="1525212" h="1593302">
                <a:moveTo>
                  <a:pt x="0" y="0"/>
                </a:moveTo>
                <a:lnTo>
                  <a:pt x="1525212" y="0"/>
                </a:lnTo>
                <a:lnTo>
                  <a:pt x="1525212" y="1593302"/>
                </a:lnTo>
                <a:lnTo>
                  <a:pt x="0" y="1593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445D138-7709-CDAD-E407-9A631C7340AC}"/>
              </a:ext>
            </a:extLst>
          </p:cNvPr>
          <p:cNvSpPr txBox="1"/>
          <p:nvPr/>
        </p:nvSpPr>
        <p:spPr>
          <a:xfrm>
            <a:off x="11307005" y="7741962"/>
            <a:ext cx="249221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ESP  32  + Relay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24D8948-3E87-B96C-5E70-69F19EF45004}"/>
              </a:ext>
            </a:extLst>
          </p:cNvPr>
          <p:cNvSpPr txBox="1"/>
          <p:nvPr/>
        </p:nvSpPr>
        <p:spPr>
          <a:xfrm>
            <a:off x="3101922" y="2094637"/>
            <a:ext cx="1907228" cy="829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262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Hey Home Turn-On Light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4A47425-12C7-48F4-157E-B916DF316C3B}"/>
              </a:ext>
            </a:extLst>
          </p:cNvPr>
          <p:cNvSpPr txBox="1"/>
          <p:nvPr/>
        </p:nvSpPr>
        <p:spPr>
          <a:xfrm>
            <a:off x="1239785" y="9448800"/>
            <a:ext cx="1176204" cy="40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2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User</a:t>
            </a:r>
          </a:p>
        </p:txBody>
      </p:sp>
    </p:spTree>
    <p:extLst>
      <p:ext uri="{BB962C8B-B14F-4D97-AF65-F5344CB8AC3E}">
        <p14:creationId xmlns:p14="http://schemas.microsoft.com/office/powerpoint/2010/main" val="24529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0124" y="0"/>
            <a:ext cx="2040928" cy="2094637"/>
          </a:xfrm>
          <a:custGeom>
            <a:avLst/>
            <a:gdLst/>
            <a:ahLst/>
            <a:cxnLst/>
            <a:rect l="l" t="t" r="r" b="b"/>
            <a:pathLst>
              <a:path w="2040928" h="2094637">
                <a:moveTo>
                  <a:pt x="0" y="0"/>
                </a:moveTo>
                <a:lnTo>
                  <a:pt x="2040928" y="0"/>
                </a:lnTo>
                <a:lnTo>
                  <a:pt x="2040928" y="2094637"/>
                </a:lnTo>
                <a:lnTo>
                  <a:pt x="0" y="2094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86389" y="4542119"/>
            <a:ext cx="2428338" cy="2428338"/>
          </a:xfrm>
          <a:custGeom>
            <a:avLst/>
            <a:gdLst/>
            <a:ahLst/>
            <a:cxnLst/>
            <a:rect l="l" t="t" r="r" b="b"/>
            <a:pathLst>
              <a:path w="2428338" h="2428338">
                <a:moveTo>
                  <a:pt x="0" y="0"/>
                </a:moveTo>
                <a:lnTo>
                  <a:pt x="2428337" y="0"/>
                </a:lnTo>
                <a:lnTo>
                  <a:pt x="2428337" y="2428338"/>
                </a:lnTo>
                <a:lnTo>
                  <a:pt x="0" y="2428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1998" y="4357379"/>
            <a:ext cx="8074447" cy="3441733"/>
          </a:xfrm>
          <a:custGeom>
            <a:avLst/>
            <a:gdLst/>
            <a:ahLst/>
            <a:cxnLst/>
            <a:rect l="l" t="t" r="r" b="b"/>
            <a:pathLst>
              <a:path w="8074447" h="3441733">
                <a:moveTo>
                  <a:pt x="0" y="0"/>
                </a:moveTo>
                <a:lnTo>
                  <a:pt x="8074447" y="0"/>
                </a:lnTo>
                <a:lnTo>
                  <a:pt x="8074447" y="3441733"/>
                </a:lnTo>
                <a:lnTo>
                  <a:pt x="0" y="344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6418738" y="6655691"/>
            <a:ext cx="840562" cy="1143421"/>
          </a:xfrm>
          <a:custGeom>
            <a:avLst/>
            <a:gdLst/>
            <a:ahLst/>
            <a:cxnLst/>
            <a:rect l="l" t="t" r="r" b="b"/>
            <a:pathLst>
              <a:path w="840562" h="1143421">
                <a:moveTo>
                  <a:pt x="0" y="0"/>
                </a:moveTo>
                <a:lnTo>
                  <a:pt x="840562" y="0"/>
                </a:lnTo>
                <a:lnTo>
                  <a:pt x="840562" y="1143421"/>
                </a:lnTo>
                <a:lnTo>
                  <a:pt x="0" y="1143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92" b="-8692"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3928176" y="1909807"/>
            <a:ext cx="2161948" cy="2632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7" name="AutoShape 7"/>
          <p:cNvSpPr/>
          <p:nvPr/>
        </p:nvSpPr>
        <p:spPr>
          <a:xfrm>
            <a:off x="8103834" y="2094637"/>
            <a:ext cx="2660125" cy="28565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8" name="Freeform 8"/>
          <p:cNvSpPr/>
          <p:nvPr/>
        </p:nvSpPr>
        <p:spPr>
          <a:xfrm>
            <a:off x="1028700" y="7664998"/>
            <a:ext cx="1525212" cy="1593302"/>
          </a:xfrm>
          <a:custGeom>
            <a:avLst/>
            <a:gdLst/>
            <a:ahLst/>
            <a:cxnLst/>
            <a:rect l="l" t="t" r="r" b="b"/>
            <a:pathLst>
              <a:path w="1525212" h="1593302">
                <a:moveTo>
                  <a:pt x="0" y="0"/>
                </a:moveTo>
                <a:lnTo>
                  <a:pt x="1525212" y="0"/>
                </a:lnTo>
                <a:lnTo>
                  <a:pt x="1525212" y="1593302"/>
                </a:lnTo>
                <a:lnTo>
                  <a:pt x="0" y="1593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307005" y="7741962"/>
            <a:ext cx="249221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ESP  32  + Relay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5100" y="2754180"/>
            <a:ext cx="1176204" cy="823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2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Turn-On Light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9785" y="9448800"/>
            <a:ext cx="1176204" cy="40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2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0124" y="0"/>
            <a:ext cx="2040928" cy="2094637"/>
          </a:xfrm>
          <a:custGeom>
            <a:avLst/>
            <a:gdLst/>
            <a:ahLst/>
            <a:cxnLst/>
            <a:rect l="l" t="t" r="r" b="b"/>
            <a:pathLst>
              <a:path w="2040928" h="2094637">
                <a:moveTo>
                  <a:pt x="0" y="0"/>
                </a:moveTo>
                <a:lnTo>
                  <a:pt x="2040928" y="0"/>
                </a:lnTo>
                <a:lnTo>
                  <a:pt x="2040928" y="2094637"/>
                </a:lnTo>
                <a:lnTo>
                  <a:pt x="0" y="2094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86389" y="4542119"/>
            <a:ext cx="2428338" cy="2428338"/>
          </a:xfrm>
          <a:custGeom>
            <a:avLst/>
            <a:gdLst/>
            <a:ahLst/>
            <a:cxnLst/>
            <a:rect l="l" t="t" r="r" b="b"/>
            <a:pathLst>
              <a:path w="2428338" h="2428338">
                <a:moveTo>
                  <a:pt x="0" y="0"/>
                </a:moveTo>
                <a:lnTo>
                  <a:pt x="2428337" y="0"/>
                </a:lnTo>
                <a:lnTo>
                  <a:pt x="2428337" y="2428338"/>
                </a:lnTo>
                <a:lnTo>
                  <a:pt x="0" y="2428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1998" y="4357379"/>
            <a:ext cx="8074447" cy="3441733"/>
          </a:xfrm>
          <a:custGeom>
            <a:avLst/>
            <a:gdLst/>
            <a:ahLst/>
            <a:cxnLst/>
            <a:rect l="l" t="t" r="r" b="b"/>
            <a:pathLst>
              <a:path w="8074447" h="3441733">
                <a:moveTo>
                  <a:pt x="0" y="0"/>
                </a:moveTo>
                <a:lnTo>
                  <a:pt x="8074447" y="0"/>
                </a:lnTo>
                <a:lnTo>
                  <a:pt x="8074447" y="3441733"/>
                </a:lnTo>
                <a:lnTo>
                  <a:pt x="0" y="344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3928176" y="1909807"/>
            <a:ext cx="2161948" cy="2632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6" name="AutoShape 6"/>
          <p:cNvSpPr/>
          <p:nvPr/>
        </p:nvSpPr>
        <p:spPr>
          <a:xfrm>
            <a:off x="8103834" y="2094637"/>
            <a:ext cx="2660125" cy="28565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7" name="Freeform 7"/>
          <p:cNvSpPr/>
          <p:nvPr/>
        </p:nvSpPr>
        <p:spPr>
          <a:xfrm>
            <a:off x="1028700" y="7664998"/>
            <a:ext cx="1525212" cy="1593302"/>
          </a:xfrm>
          <a:custGeom>
            <a:avLst/>
            <a:gdLst/>
            <a:ahLst/>
            <a:cxnLst/>
            <a:rect l="l" t="t" r="r" b="b"/>
            <a:pathLst>
              <a:path w="1525212" h="1593302">
                <a:moveTo>
                  <a:pt x="0" y="0"/>
                </a:moveTo>
                <a:lnTo>
                  <a:pt x="1525212" y="0"/>
                </a:lnTo>
                <a:lnTo>
                  <a:pt x="1525212" y="1593302"/>
                </a:lnTo>
                <a:lnTo>
                  <a:pt x="0" y="1593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307005" y="7741962"/>
            <a:ext cx="249221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7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ESP  32  + Relay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9785" y="9448800"/>
            <a:ext cx="1176204" cy="40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26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</Words>
  <Application>Microsoft Office PowerPoint</Application>
  <PresentationFormat>Custom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Aileron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Arrow Chart Visual Charts Presentation in Blue White Teal Simple Style</dc:title>
  <dc:creator>ADITYA</dc:creator>
  <cp:lastModifiedBy>adityasingh000029@gmail.com</cp:lastModifiedBy>
  <cp:revision>2</cp:revision>
  <dcterms:created xsi:type="dcterms:W3CDTF">2006-08-16T00:00:00Z</dcterms:created>
  <dcterms:modified xsi:type="dcterms:W3CDTF">2025-09-08T03:50:13Z</dcterms:modified>
  <dc:identifier>DAGeNsgwLuU</dc:identifier>
</cp:coreProperties>
</file>